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alibri" panose="020F0502020204030204" pitchFamily="34" charset="0"/>
      <p:regular r:id="rId13"/>
      <p:bold r:id="rId14"/>
      <p:italic r:id="rId15"/>
      <p:boldItalic r:id="rId16"/>
    </p:embeddedFont>
    <p:embeddedFont>
      <p:font typeface="Canva Sans" panose="020B0604020202020204" charset="0"/>
      <p:regular r:id="rId17"/>
    </p:embeddedFont>
    <p:embeddedFont>
      <p:font typeface="Canva Sans Bold" panose="020B0604020202020204" charset="0"/>
      <p:regular r:id="rId18"/>
    </p:embeddedFont>
    <p:embeddedFont>
      <p:font typeface="IBM Plex Mono" panose="020B0509050203000203" pitchFamily="49" charset="-52"/>
      <p:regular r:id="rId19"/>
    </p:embeddedFont>
    <p:embeddedFont>
      <p:font typeface="IBM Plex Mono Bold" panose="020B0809050203000203" charset="-52"/>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26"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028700" y="2754349"/>
            <a:ext cx="10420061" cy="5909350"/>
            <a:chOff x="0" y="0"/>
            <a:chExt cx="2744378" cy="1556372"/>
          </a:xfrm>
        </p:grpSpPr>
        <p:sp>
          <p:nvSpPr>
            <p:cNvPr id="6" name="Freeform 6"/>
            <p:cNvSpPr/>
            <p:nvPr/>
          </p:nvSpPr>
          <p:spPr>
            <a:xfrm>
              <a:off x="0" y="0"/>
              <a:ext cx="2744378" cy="1556372"/>
            </a:xfrm>
            <a:custGeom>
              <a:avLst/>
              <a:gdLst/>
              <a:ahLst/>
              <a:cxnLst/>
              <a:rect l="l" t="t" r="r" b="b"/>
              <a:pathLst>
                <a:path w="2744378" h="1556372">
                  <a:moveTo>
                    <a:pt x="37892" y="0"/>
                  </a:moveTo>
                  <a:lnTo>
                    <a:pt x="2706486" y="0"/>
                  </a:lnTo>
                  <a:cubicBezTo>
                    <a:pt x="2727413" y="0"/>
                    <a:pt x="2744378" y="16965"/>
                    <a:pt x="2744378" y="37892"/>
                  </a:cubicBezTo>
                  <a:lnTo>
                    <a:pt x="2744378" y="1518480"/>
                  </a:lnTo>
                  <a:cubicBezTo>
                    <a:pt x="2744378" y="1539407"/>
                    <a:pt x="2727413" y="1556372"/>
                    <a:pt x="2706486" y="1556372"/>
                  </a:cubicBezTo>
                  <a:lnTo>
                    <a:pt x="37892" y="1556372"/>
                  </a:lnTo>
                  <a:cubicBezTo>
                    <a:pt x="16965" y="1556372"/>
                    <a:pt x="0" y="1539407"/>
                    <a:pt x="0" y="1518480"/>
                  </a:cubicBezTo>
                  <a:lnTo>
                    <a:pt x="0" y="37892"/>
                  </a:lnTo>
                  <a:cubicBezTo>
                    <a:pt x="0" y="16965"/>
                    <a:pt x="16965" y="0"/>
                    <a:pt x="37892" y="0"/>
                  </a:cubicBezTo>
                  <a:close/>
                </a:path>
              </a:pathLst>
            </a:custGeom>
            <a:solidFill>
              <a:srgbClr val="071330"/>
            </a:solidFill>
          </p:spPr>
        </p:sp>
        <p:sp>
          <p:nvSpPr>
            <p:cNvPr id="7" name="TextBox 7"/>
            <p:cNvSpPr txBox="1"/>
            <p:nvPr/>
          </p:nvSpPr>
          <p:spPr>
            <a:xfrm>
              <a:off x="0" y="-38100"/>
              <a:ext cx="2744378" cy="15944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862399" y="1028700"/>
            <a:ext cx="5396478" cy="3693210"/>
            <a:chOff x="0" y="0"/>
            <a:chExt cx="2744378" cy="1878181"/>
          </a:xfrm>
        </p:grpSpPr>
        <p:sp>
          <p:nvSpPr>
            <p:cNvPr id="9" name="Freeform 9"/>
            <p:cNvSpPr/>
            <p:nvPr/>
          </p:nvSpPr>
          <p:spPr>
            <a:xfrm>
              <a:off x="0" y="0"/>
              <a:ext cx="2744378" cy="1878181"/>
            </a:xfrm>
            <a:custGeom>
              <a:avLst/>
              <a:gdLst/>
              <a:ahLst/>
              <a:cxnLst/>
              <a:rect l="l" t="t" r="r" b="b"/>
              <a:pathLst>
                <a:path w="2744378" h="1878181">
                  <a:moveTo>
                    <a:pt x="24389" y="0"/>
                  </a:moveTo>
                  <a:lnTo>
                    <a:pt x="2719990" y="0"/>
                  </a:lnTo>
                  <a:cubicBezTo>
                    <a:pt x="2726458" y="0"/>
                    <a:pt x="2732661" y="2570"/>
                    <a:pt x="2737235" y="7143"/>
                  </a:cubicBezTo>
                  <a:cubicBezTo>
                    <a:pt x="2741809" y="11717"/>
                    <a:pt x="2744378" y="17920"/>
                    <a:pt x="2744378" y="24389"/>
                  </a:cubicBezTo>
                  <a:lnTo>
                    <a:pt x="2744378" y="1853793"/>
                  </a:lnTo>
                  <a:cubicBezTo>
                    <a:pt x="2744378" y="1860261"/>
                    <a:pt x="2741809" y="1866464"/>
                    <a:pt x="2737235" y="1871038"/>
                  </a:cubicBezTo>
                  <a:cubicBezTo>
                    <a:pt x="2732661" y="1875612"/>
                    <a:pt x="2726458" y="1878181"/>
                    <a:pt x="2719990" y="1878181"/>
                  </a:cubicBezTo>
                  <a:lnTo>
                    <a:pt x="24389" y="1878181"/>
                  </a:lnTo>
                  <a:cubicBezTo>
                    <a:pt x="10919" y="1878181"/>
                    <a:pt x="0" y="1867262"/>
                    <a:pt x="0" y="1853793"/>
                  </a:cubicBezTo>
                  <a:lnTo>
                    <a:pt x="0" y="24389"/>
                  </a:lnTo>
                  <a:cubicBezTo>
                    <a:pt x="0" y="17920"/>
                    <a:pt x="2570" y="11717"/>
                    <a:pt x="7143" y="7143"/>
                  </a:cubicBezTo>
                  <a:cubicBezTo>
                    <a:pt x="11717" y="2570"/>
                    <a:pt x="17920" y="0"/>
                    <a:pt x="24389" y="0"/>
                  </a:cubicBezTo>
                  <a:close/>
                </a:path>
              </a:pathLst>
            </a:custGeom>
            <a:solidFill>
              <a:srgbClr val="071330"/>
            </a:solidFill>
          </p:spPr>
        </p:sp>
        <p:sp>
          <p:nvSpPr>
            <p:cNvPr id="10" name="TextBox 10"/>
            <p:cNvSpPr txBox="1"/>
            <p:nvPr/>
          </p:nvSpPr>
          <p:spPr>
            <a:xfrm>
              <a:off x="0" y="-38100"/>
              <a:ext cx="2744378" cy="1916281"/>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0850252" y="6645926"/>
            <a:ext cx="6409048" cy="2612374"/>
            <a:chOff x="0" y="0"/>
            <a:chExt cx="2744378" cy="1118628"/>
          </a:xfrm>
        </p:grpSpPr>
        <p:sp>
          <p:nvSpPr>
            <p:cNvPr id="12" name="Freeform 12"/>
            <p:cNvSpPr/>
            <p:nvPr/>
          </p:nvSpPr>
          <p:spPr>
            <a:xfrm>
              <a:off x="0" y="0"/>
              <a:ext cx="2744378" cy="1118628"/>
            </a:xfrm>
            <a:custGeom>
              <a:avLst/>
              <a:gdLst/>
              <a:ahLst/>
              <a:cxnLst/>
              <a:rect l="l" t="t" r="r" b="b"/>
              <a:pathLst>
                <a:path w="2744378" h="1118628">
                  <a:moveTo>
                    <a:pt x="39863" y="0"/>
                  </a:moveTo>
                  <a:lnTo>
                    <a:pt x="2704515" y="0"/>
                  </a:lnTo>
                  <a:cubicBezTo>
                    <a:pt x="2715088" y="0"/>
                    <a:pt x="2725227" y="4200"/>
                    <a:pt x="2732703" y="11676"/>
                  </a:cubicBezTo>
                  <a:cubicBezTo>
                    <a:pt x="2740178" y="19151"/>
                    <a:pt x="2744378" y="29291"/>
                    <a:pt x="2744378" y="39863"/>
                  </a:cubicBezTo>
                  <a:lnTo>
                    <a:pt x="2744378" y="1078765"/>
                  </a:lnTo>
                  <a:cubicBezTo>
                    <a:pt x="2744378" y="1089338"/>
                    <a:pt x="2740178" y="1099477"/>
                    <a:pt x="2732703" y="1106953"/>
                  </a:cubicBezTo>
                  <a:cubicBezTo>
                    <a:pt x="2725227" y="1114428"/>
                    <a:pt x="2715088" y="1118628"/>
                    <a:pt x="2704515" y="1118628"/>
                  </a:cubicBezTo>
                  <a:lnTo>
                    <a:pt x="39863" y="1118628"/>
                  </a:lnTo>
                  <a:cubicBezTo>
                    <a:pt x="29291" y="1118628"/>
                    <a:pt x="19151" y="1114428"/>
                    <a:pt x="11676" y="1106953"/>
                  </a:cubicBezTo>
                  <a:cubicBezTo>
                    <a:pt x="4200" y="1099477"/>
                    <a:pt x="0" y="1089338"/>
                    <a:pt x="0" y="1078765"/>
                  </a:cubicBezTo>
                  <a:lnTo>
                    <a:pt x="0" y="39863"/>
                  </a:lnTo>
                  <a:cubicBezTo>
                    <a:pt x="0" y="29291"/>
                    <a:pt x="4200" y="19151"/>
                    <a:pt x="11676" y="11676"/>
                  </a:cubicBezTo>
                  <a:cubicBezTo>
                    <a:pt x="19151" y="4200"/>
                    <a:pt x="29291" y="0"/>
                    <a:pt x="39863" y="0"/>
                  </a:cubicBezTo>
                  <a:close/>
                </a:path>
              </a:pathLst>
            </a:custGeom>
            <a:solidFill>
              <a:srgbClr val="FFFFFF"/>
            </a:solidFill>
          </p:spPr>
        </p:sp>
        <p:sp>
          <p:nvSpPr>
            <p:cNvPr id="13" name="TextBox 13"/>
            <p:cNvSpPr txBox="1"/>
            <p:nvPr/>
          </p:nvSpPr>
          <p:spPr>
            <a:xfrm>
              <a:off x="0" y="-38100"/>
              <a:ext cx="2744378" cy="115672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708752" y="3266039"/>
            <a:ext cx="347534" cy="347534"/>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6" name="Group 16"/>
          <p:cNvGrpSpPr/>
          <p:nvPr/>
        </p:nvGrpSpPr>
        <p:grpSpPr>
          <a:xfrm>
            <a:off x="12214593" y="1293701"/>
            <a:ext cx="179985" cy="179985"/>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8" name="Group 18"/>
          <p:cNvGrpSpPr/>
          <p:nvPr/>
        </p:nvGrpSpPr>
        <p:grpSpPr>
          <a:xfrm>
            <a:off x="11304854" y="6960650"/>
            <a:ext cx="213757" cy="213757"/>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20" name="Group 20"/>
          <p:cNvGrpSpPr/>
          <p:nvPr/>
        </p:nvGrpSpPr>
        <p:grpSpPr>
          <a:xfrm>
            <a:off x="2162920" y="3266039"/>
            <a:ext cx="347534" cy="347534"/>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2" name="Group 22"/>
          <p:cNvGrpSpPr/>
          <p:nvPr/>
        </p:nvGrpSpPr>
        <p:grpSpPr>
          <a:xfrm>
            <a:off x="12449804" y="1293701"/>
            <a:ext cx="179985" cy="179985"/>
            <a:chOff x="0" y="0"/>
            <a:chExt cx="6350000" cy="6350000"/>
          </a:xfrm>
        </p:grpSpPr>
        <p:sp>
          <p:nvSpPr>
            <p:cNvPr id="23" name="Freeform 2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4" name="Group 24"/>
          <p:cNvGrpSpPr/>
          <p:nvPr/>
        </p:nvGrpSpPr>
        <p:grpSpPr>
          <a:xfrm>
            <a:off x="11584198" y="6960650"/>
            <a:ext cx="213757" cy="213757"/>
            <a:chOff x="0" y="0"/>
            <a:chExt cx="6350000" cy="6350000"/>
          </a:xfrm>
        </p:grpSpPr>
        <p:sp>
          <p:nvSpPr>
            <p:cNvPr id="25" name="Freeform 2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6" name="Group 26"/>
          <p:cNvGrpSpPr/>
          <p:nvPr/>
        </p:nvGrpSpPr>
        <p:grpSpPr>
          <a:xfrm>
            <a:off x="2615229" y="3266039"/>
            <a:ext cx="347534" cy="347534"/>
            <a:chOff x="0" y="0"/>
            <a:chExt cx="6350000" cy="6350000"/>
          </a:xfrm>
        </p:grpSpPr>
        <p:sp>
          <p:nvSpPr>
            <p:cNvPr id="27" name="Freeform 2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28" name="Group 28"/>
          <p:cNvGrpSpPr/>
          <p:nvPr/>
        </p:nvGrpSpPr>
        <p:grpSpPr>
          <a:xfrm>
            <a:off x="12684051" y="1293701"/>
            <a:ext cx="179985" cy="179985"/>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30" name="Group 30"/>
          <p:cNvGrpSpPr/>
          <p:nvPr/>
        </p:nvGrpSpPr>
        <p:grpSpPr>
          <a:xfrm>
            <a:off x="11862399" y="6960650"/>
            <a:ext cx="213757" cy="213757"/>
            <a:chOff x="0" y="0"/>
            <a:chExt cx="6350000" cy="6350000"/>
          </a:xfrm>
        </p:grpSpPr>
        <p:sp>
          <p:nvSpPr>
            <p:cNvPr id="31" name="Freeform 3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32" name="Group 32"/>
          <p:cNvGrpSpPr/>
          <p:nvPr/>
        </p:nvGrpSpPr>
        <p:grpSpPr>
          <a:xfrm>
            <a:off x="12214593" y="1828370"/>
            <a:ext cx="4710409" cy="2482334"/>
            <a:chOff x="0" y="0"/>
            <a:chExt cx="729766" cy="384579"/>
          </a:xfrm>
        </p:grpSpPr>
        <p:sp>
          <p:nvSpPr>
            <p:cNvPr id="33" name="Freeform 33"/>
            <p:cNvSpPr/>
            <p:nvPr/>
          </p:nvSpPr>
          <p:spPr>
            <a:xfrm>
              <a:off x="0" y="0"/>
              <a:ext cx="729766" cy="384579"/>
            </a:xfrm>
            <a:custGeom>
              <a:avLst/>
              <a:gdLst/>
              <a:ahLst/>
              <a:cxnLst/>
              <a:rect l="l" t="t" r="r" b="b"/>
              <a:pathLst>
                <a:path w="729766" h="384579">
                  <a:moveTo>
                    <a:pt x="18079" y="0"/>
                  </a:moveTo>
                  <a:lnTo>
                    <a:pt x="711686" y="0"/>
                  </a:lnTo>
                  <a:cubicBezTo>
                    <a:pt x="716481" y="0"/>
                    <a:pt x="721080" y="1905"/>
                    <a:pt x="724470" y="5295"/>
                  </a:cubicBezTo>
                  <a:cubicBezTo>
                    <a:pt x="727861" y="8686"/>
                    <a:pt x="729766" y="13284"/>
                    <a:pt x="729766" y="18079"/>
                  </a:cubicBezTo>
                  <a:lnTo>
                    <a:pt x="729766" y="366499"/>
                  </a:lnTo>
                  <a:cubicBezTo>
                    <a:pt x="729766" y="371294"/>
                    <a:pt x="727861" y="375893"/>
                    <a:pt x="724470" y="379283"/>
                  </a:cubicBezTo>
                  <a:cubicBezTo>
                    <a:pt x="721080" y="382674"/>
                    <a:pt x="716481" y="384579"/>
                    <a:pt x="711686" y="384579"/>
                  </a:cubicBezTo>
                  <a:lnTo>
                    <a:pt x="18079" y="384579"/>
                  </a:lnTo>
                  <a:cubicBezTo>
                    <a:pt x="13284" y="384579"/>
                    <a:pt x="8686" y="382674"/>
                    <a:pt x="5295" y="379283"/>
                  </a:cubicBezTo>
                  <a:cubicBezTo>
                    <a:pt x="1905" y="375893"/>
                    <a:pt x="0" y="371294"/>
                    <a:pt x="0" y="366499"/>
                  </a:cubicBezTo>
                  <a:lnTo>
                    <a:pt x="0" y="18079"/>
                  </a:lnTo>
                  <a:cubicBezTo>
                    <a:pt x="0" y="13284"/>
                    <a:pt x="1905" y="8686"/>
                    <a:pt x="5295" y="5295"/>
                  </a:cubicBezTo>
                  <a:cubicBezTo>
                    <a:pt x="8686" y="1905"/>
                    <a:pt x="13284" y="0"/>
                    <a:pt x="18079" y="0"/>
                  </a:cubicBezTo>
                  <a:close/>
                </a:path>
              </a:pathLst>
            </a:custGeom>
            <a:blipFill>
              <a:blip r:embed="rId4"/>
              <a:stretch>
                <a:fillRect t="-13212" b="-13212"/>
              </a:stretch>
            </a:blipFill>
          </p:spPr>
        </p:sp>
      </p:grpSp>
      <p:grpSp>
        <p:nvGrpSpPr>
          <p:cNvPr id="34" name="Group 34"/>
          <p:cNvGrpSpPr/>
          <p:nvPr/>
        </p:nvGrpSpPr>
        <p:grpSpPr>
          <a:xfrm>
            <a:off x="4714342" y="1028700"/>
            <a:ext cx="5396478" cy="3498503"/>
            <a:chOff x="0" y="0"/>
            <a:chExt cx="2744378" cy="1779163"/>
          </a:xfrm>
        </p:grpSpPr>
        <p:sp>
          <p:nvSpPr>
            <p:cNvPr id="35" name="Freeform 35"/>
            <p:cNvSpPr/>
            <p:nvPr/>
          </p:nvSpPr>
          <p:spPr>
            <a:xfrm>
              <a:off x="0" y="0"/>
              <a:ext cx="2744378" cy="1779163"/>
            </a:xfrm>
            <a:custGeom>
              <a:avLst/>
              <a:gdLst/>
              <a:ahLst/>
              <a:cxnLst/>
              <a:rect l="l" t="t" r="r" b="b"/>
              <a:pathLst>
                <a:path w="2744378" h="1779163">
                  <a:moveTo>
                    <a:pt x="24389" y="0"/>
                  </a:moveTo>
                  <a:lnTo>
                    <a:pt x="2719990" y="0"/>
                  </a:lnTo>
                  <a:cubicBezTo>
                    <a:pt x="2726458" y="0"/>
                    <a:pt x="2732661" y="2570"/>
                    <a:pt x="2737235" y="7143"/>
                  </a:cubicBezTo>
                  <a:cubicBezTo>
                    <a:pt x="2741809" y="11717"/>
                    <a:pt x="2744378" y="17920"/>
                    <a:pt x="2744378" y="24389"/>
                  </a:cubicBezTo>
                  <a:lnTo>
                    <a:pt x="2744378" y="1754774"/>
                  </a:lnTo>
                  <a:cubicBezTo>
                    <a:pt x="2744378" y="1768244"/>
                    <a:pt x="2733459" y="1779163"/>
                    <a:pt x="2719990" y="1779163"/>
                  </a:cubicBezTo>
                  <a:lnTo>
                    <a:pt x="24389" y="1779163"/>
                  </a:lnTo>
                  <a:cubicBezTo>
                    <a:pt x="17920" y="1779163"/>
                    <a:pt x="11717" y="1776594"/>
                    <a:pt x="7143" y="1772020"/>
                  </a:cubicBezTo>
                  <a:cubicBezTo>
                    <a:pt x="2570" y="1767446"/>
                    <a:pt x="0" y="1761243"/>
                    <a:pt x="0" y="1754774"/>
                  </a:cubicBezTo>
                  <a:lnTo>
                    <a:pt x="0" y="24389"/>
                  </a:lnTo>
                  <a:cubicBezTo>
                    <a:pt x="0" y="17920"/>
                    <a:pt x="2570" y="11717"/>
                    <a:pt x="7143" y="7143"/>
                  </a:cubicBezTo>
                  <a:cubicBezTo>
                    <a:pt x="11717" y="2570"/>
                    <a:pt x="17920" y="0"/>
                    <a:pt x="24389" y="0"/>
                  </a:cubicBezTo>
                  <a:close/>
                </a:path>
              </a:pathLst>
            </a:custGeom>
            <a:solidFill>
              <a:srgbClr val="FFFFFF"/>
            </a:solidFill>
          </p:spPr>
        </p:sp>
        <p:sp>
          <p:nvSpPr>
            <p:cNvPr id="36" name="TextBox 36"/>
            <p:cNvSpPr txBox="1"/>
            <p:nvPr/>
          </p:nvSpPr>
          <p:spPr>
            <a:xfrm>
              <a:off x="0" y="-38100"/>
              <a:ext cx="2744378" cy="1817263"/>
            </a:xfrm>
            <a:prstGeom prst="rect">
              <a:avLst/>
            </a:prstGeom>
          </p:spPr>
          <p:txBody>
            <a:bodyPr lIns="50800" tIns="50800" rIns="50800" bIns="50800" rtlCol="0" anchor="ctr"/>
            <a:lstStyle/>
            <a:p>
              <a:pPr algn="ctr">
                <a:lnSpc>
                  <a:spcPts val="2659"/>
                </a:lnSpc>
                <a:spcBef>
                  <a:spcPct val="0"/>
                </a:spcBef>
              </a:pPr>
              <a:endParaRPr/>
            </a:p>
          </p:txBody>
        </p:sp>
      </p:grpSp>
      <p:grpSp>
        <p:nvGrpSpPr>
          <p:cNvPr id="37" name="Group 37"/>
          <p:cNvGrpSpPr/>
          <p:nvPr/>
        </p:nvGrpSpPr>
        <p:grpSpPr>
          <a:xfrm>
            <a:off x="5066536" y="1293701"/>
            <a:ext cx="179985" cy="179985"/>
            <a:chOff x="0" y="0"/>
            <a:chExt cx="6350000" cy="6350000"/>
          </a:xfrm>
        </p:grpSpPr>
        <p:sp>
          <p:nvSpPr>
            <p:cNvPr id="38" name="Freeform 3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39" name="Group 39"/>
          <p:cNvGrpSpPr/>
          <p:nvPr/>
        </p:nvGrpSpPr>
        <p:grpSpPr>
          <a:xfrm>
            <a:off x="5301747" y="1293701"/>
            <a:ext cx="179985" cy="179985"/>
            <a:chOff x="0" y="0"/>
            <a:chExt cx="6350000" cy="6350000"/>
          </a:xfrm>
        </p:grpSpPr>
        <p:sp>
          <p:nvSpPr>
            <p:cNvPr id="40" name="Freeform 4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41" name="Group 41"/>
          <p:cNvGrpSpPr/>
          <p:nvPr/>
        </p:nvGrpSpPr>
        <p:grpSpPr>
          <a:xfrm>
            <a:off x="5535994" y="1293701"/>
            <a:ext cx="179985" cy="179985"/>
            <a:chOff x="0" y="0"/>
            <a:chExt cx="6350000" cy="6350000"/>
          </a:xfrm>
        </p:grpSpPr>
        <p:sp>
          <p:nvSpPr>
            <p:cNvPr id="42" name="Freeform 4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43" name="Group 43"/>
          <p:cNvGrpSpPr/>
          <p:nvPr/>
        </p:nvGrpSpPr>
        <p:grpSpPr>
          <a:xfrm>
            <a:off x="5066536" y="1791730"/>
            <a:ext cx="4800402" cy="2396390"/>
            <a:chOff x="0" y="0"/>
            <a:chExt cx="729766" cy="364303"/>
          </a:xfrm>
        </p:grpSpPr>
        <p:sp>
          <p:nvSpPr>
            <p:cNvPr id="44" name="Freeform 44"/>
            <p:cNvSpPr/>
            <p:nvPr/>
          </p:nvSpPr>
          <p:spPr>
            <a:xfrm>
              <a:off x="0" y="0"/>
              <a:ext cx="729766" cy="364303"/>
            </a:xfrm>
            <a:custGeom>
              <a:avLst/>
              <a:gdLst/>
              <a:ahLst/>
              <a:cxnLst/>
              <a:rect l="l" t="t" r="r" b="b"/>
              <a:pathLst>
                <a:path w="729766" h="364303">
                  <a:moveTo>
                    <a:pt x="17740" y="0"/>
                  </a:moveTo>
                  <a:lnTo>
                    <a:pt x="712025" y="0"/>
                  </a:lnTo>
                  <a:cubicBezTo>
                    <a:pt x="716730" y="0"/>
                    <a:pt x="721243" y="1869"/>
                    <a:pt x="724570" y="5196"/>
                  </a:cubicBezTo>
                  <a:cubicBezTo>
                    <a:pt x="727897" y="8523"/>
                    <a:pt x="729766" y="13035"/>
                    <a:pt x="729766" y="17740"/>
                  </a:cubicBezTo>
                  <a:lnTo>
                    <a:pt x="729766" y="346563"/>
                  </a:lnTo>
                  <a:cubicBezTo>
                    <a:pt x="729766" y="356361"/>
                    <a:pt x="721823" y="364303"/>
                    <a:pt x="712025" y="364303"/>
                  </a:cubicBezTo>
                  <a:lnTo>
                    <a:pt x="17740" y="364303"/>
                  </a:lnTo>
                  <a:cubicBezTo>
                    <a:pt x="7943" y="364303"/>
                    <a:pt x="0" y="356361"/>
                    <a:pt x="0" y="346563"/>
                  </a:cubicBezTo>
                  <a:lnTo>
                    <a:pt x="0" y="17740"/>
                  </a:lnTo>
                  <a:cubicBezTo>
                    <a:pt x="0" y="7943"/>
                    <a:pt x="7943" y="0"/>
                    <a:pt x="17740" y="0"/>
                  </a:cubicBezTo>
                  <a:close/>
                </a:path>
              </a:pathLst>
            </a:custGeom>
            <a:blipFill>
              <a:blip r:embed="rId5"/>
              <a:stretch>
                <a:fillRect t="-6089" b="-6089"/>
              </a:stretch>
            </a:blipFill>
          </p:spPr>
        </p:sp>
      </p:grpSp>
      <p:sp>
        <p:nvSpPr>
          <p:cNvPr id="45" name="TextBox 45"/>
          <p:cNvSpPr txBox="1"/>
          <p:nvPr/>
        </p:nvSpPr>
        <p:spPr>
          <a:xfrm>
            <a:off x="1708752" y="5415360"/>
            <a:ext cx="9388999" cy="2549549"/>
          </a:xfrm>
          <a:prstGeom prst="rect">
            <a:avLst/>
          </a:prstGeom>
        </p:spPr>
        <p:txBody>
          <a:bodyPr lIns="0" tIns="0" rIns="0" bIns="0" rtlCol="0" anchor="t">
            <a:spAutoFit/>
          </a:bodyPr>
          <a:lstStyle/>
          <a:p>
            <a:pPr algn="l">
              <a:lnSpc>
                <a:spcPts val="9983"/>
              </a:lnSpc>
            </a:pPr>
            <a:r>
              <a:rPr lang="en-US" sz="9599" b="1">
                <a:solidFill>
                  <a:srgbClr val="FFFFFF"/>
                </a:solidFill>
                <a:latin typeface="IBM Plex Mono Bold"/>
                <a:ea typeface="IBM Plex Mono Bold"/>
                <a:cs typeface="IBM Plex Mono Bold"/>
                <a:sym typeface="IBM Plex Mono Bold"/>
              </a:rPr>
              <a:t>Physics Simulation</a:t>
            </a:r>
          </a:p>
        </p:txBody>
      </p:sp>
      <p:sp>
        <p:nvSpPr>
          <p:cNvPr id="46" name="TextBox 46"/>
          <p:cNvSpPr txBox="1"/>
          <p:nvPr/>
        </p:nvSpPr>
        <p:spPr>
          <a:xfrm>
            <a:off x="11304854" y="8075606"/>
            <a:ext cx="4808964" cy="690425"/>
          </a:xfrm>
          <a:prstGeom prst="rect">
            <a:avLst/>
          </a:prstGeom>
        </p:spPr>
        <p:txBody>
          <a:bodyPr lIns="0" tIns="0" rIns="0" bIns="0" rtlCol="0" anchor="t">
            <a:spAutoFit/>
          </a:bodyPr>
          <a:lstStyle/>
          <a:p>
            <a:pPr algn="l">
              <a:lnSpc>
                <a:spcPts val="5218"/>
              </a:lnSpc>
            </a:pPr>
            <a:r>
              <a:rPr lang="en-US" sz="5017" b="1">
                <a:solidFill>
                  <a:srgbClr val="071330"/>
                </a:solidFill>
                <a:latin typeface="IBM Plex Mono Bold"/>
                <a:ea typeface="IBM Plex Mono Bold"/>
                <a:cs typeface="IBM Plex Mono Bold"/>
                <a:sym typeface="IBM Plex Mono Bold"/>
              </a:rPr>
              <a:t>Alish Akadil</a:t>
            </a:r>
          </a:p>
        </p:txBody>
      </p:sp>
      <p:sp>
        <p:nvSpPr>
          <p:cNvPr id="47" name="TextBox 47"/>
          <p:cNvSpPr txBox="1"/>
          <p:nvPr/>
        </p:nvSpPr>
        <p:spPr>
          <a:xfrm>
            <a:off x="11304854" y="7618077"/>
            <a:ext cx="2711120" cy="390854"/>
          </a:xfrm>
          <a:prstGeom prst="rect">
            <a:avLst/>
          </a:prstGeom>
        </p:spPr>
        <p:txBody>
          <a:bodyPr lIns="0" tIns="0" rIns="0" bIns="0" rtlCol="0" anchor="t">
            <a:spAutoFit/>
          </a:bodyPr>
          <a:lstStyle/>
          <a:p>
            <a:pPr algn="l">
              <a:lnSpc>
                <a:spcPts val="2941"/>
              </a:lnSpc>
            </a:pPr>
            <a:r>
              <a:rPr lang="en-US" sz="2828">
                <a:solidFill>
                  <a:srgbClr val="071330"/>
                </a:solidFill>
                <a:latin typeface="IBM Plex Mono"/>
                <a:ea typeface="IBM Plex Mono"/>
                <a:cs typeface="IBM Plex Mono"/>
                <a:sym typeface="IBM Plex Mono"/>
              </a:rPr>
              <a:t>Presented By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CF60"/>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028700" y="3915680"/>
            <a:ext cx="8864188" cy="5066448"/>
            <a:chOff x="0" y="0"/>
            <a:chExt cx="3845713" cy="2198070"/>
          </a:xfrm>
        </p:grpSpPr>
        <p:sp>
          <p:nvSpPr>
            <p:cNvPr id="6" name="Freeform 6"/>
            <p:cNvSpPr/>
            <p:nvPr/>
          </p:nvSpPr>
          <p:spPr>
            <a:xfrm>
              <a:off x="0" y="0"/>
              <a:ext cx="3845713" cy="2198070"/>
            </a:xfrm>
            <a:custGeom>
              <a:avLst/>
              <a:gdLst/>
              <a:ahLst/>
              <a:cxnLst/>
              <a:rect l="l" t="t" r="r" b="b"/>
              <a:pathLst>
                <a:path w="3845713" h="2198070">
                  <a:moveTo>
                    <a:pt x="27075" y="0"/>
                  </a:moveTo>
                  <a:lnTo>
                    <a:pt x="3818638" y="0"/>
                  </a:lnTo>
                  <a:cubicBezTo>
                    <a:pt x="3833591" y="0"/>
                    <a:pt x="3845713" y="12122"/>
                    <a:pt x="3845713" y="27075"/>
                  </a:cubicBezTo>
                  <a:lnTo>
                    <a:pt x="3845713" y="2170995"/>
                  </a:lnTo>
                  <a:cubicBezTo>
                    <a:pt x="3845713" y="2185948"/>
                    <a:pt x="3833591" y="2198070"/>
                    <a:pt x="3818638" y="2198070"/>
                  </a:cubicBezTo>
                  <a:lnTo>
                    <a:pt x="27075" y="2198070"/>
                  </a:lnTo>
                  <a:cubicBezTo>
                    <a:pt x="12122" y="2198070"/>
                    <a:pt x="0" y="2185948"/>
                    <a:pt x="0" y="2170995"/>
                  </a:cubicBezTo>
                  <a:lnTo>
                    <a:pt x="0" y="27075"/>
                  </a:lnTo>
                  <a:cubicBezTo>
                    <a:pt x="0" y="12122"/>
                    <a:pt x="12122" y="0"/>
                    <a:pt x="27075" y="0"/>
                  </a:cubicBezTo>
                  <a:close/>
                </a:path>
              </a:pathLst>
            </a:custGeom>
            <a:solidFill>
              <a:srgbClr val="071330"/>
            </a:solidFill>
          </p:spPr>
        </p:sp>
        <p:sp>
          <p:nvSpPr>
            <p:cNvPr id="7" name="TextBox 7"/>
            <p:cNvSpPr txBox="1"/>
            <p:nvPr/>
          </p:nvSpPr>
          <p:spPr>
            <a:xfrm>
              <a:off x="0" y="-38100"/>
              <a:ext cx="3845713" cy="223617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547024" y="4226309"/>
            <a:ext cx="210976" cy="210976"/>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0" name="Group 10"/>
          <p:cNvGrpSpPr/>
          <p:nvPr/>
        </p:nvGrpSpPr>
        <p:grpSpPr>
          <a:xfrm>
            <a:off x="1822734" y="4226309"/>
            <a:ext cx="210976" cy="210976"/>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12" name="Group 12"/>
          <p:cNvGrpSpPr/>
          <p:nvPr/>
        </p:nvGrpSpPr>
        <p:grpSpPr>
          <a:xfrm>
            <a:off x="2097315" y="4226309"/>
            <a:ext cx="210976" cy="210976"/>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14" name="Group 14"/>
          <p:cNvGrpSpPr/>
          <p:nvPr/>
        </p:nvGrpSpPr>
        <p:grpSpPr>
          <a:xfrm>
            <a:off x="10235788" y="1317888"/>
            <a:ext cx="5396478" cy="3498503"/>
            <a:chOff x="0" y="0"/>
            <a:chExt cx="2744378" cy="1779163"/>
          </a:xfrm>
        </p:grpSpPr>
        <p:sp>
          <p:nvSpPr>
            <p:cNvPr id="15" name="Freeform 15"/>
            <p:cNvSpPr/>
            <p:nvPr/>
          </p:nvSpPr>
          <p:spPr>
            <a:xfrm>
              <a:off x="0" y="0"/>
              <a:ext cx="2744378" cy="1779163"/>
            </a:xfrm>
            <a:custGeom>
              <a:avLst/>
              <a:gdLst/>
              <a:ahLst/>
              <a:cxnLst/>
              <a:rect l="l" t="t" r="r" b="b"/>
              <a:pathLst>
                <a:path w="2744378" h="1779163">
                  <a:moveTo>
                    <a:pt x="24389" y="0"/>
                  </a:moveTo>
                  <a:lnTo>
                    <a:pt x="2719990" y="0"/>
                  </a:lnTo>
                  <a:cubicBezTo>
                    <a:pt x="2726458" y="0"/>
                    <a:pt x="2732661" y="2570"/>
                    <a:pt x="2737235" y="7143"/>
                  </a:cubicBezTo>
                  <a:cubicBezTo>
                    <a:pt x="2741809" y="11717"/>
                    <a:pt x="2744378" y="17920"/>
                    <a:pt x="2744378" y="24389"/>
                  </a:cubicBezTo>
                  <a:lnTo>
                    <a:pt x="2744378" y="1754774"/>
                  </a:lnTo>
                  <a:cubicBezTo>
                    <a:pt x="2744378" y="1768244"/>
                    <a:pt x="2733459" y="1779163"/>
                    <a:pt x="2719990" y="1779163"/>
                  </a:cubicBezTo>
                  <a:lnTo>
                    <a:pt x="24389" y="1779163"/>
                  </a:lnTo>
                  <a:cubicBezTo>
                    <a:pt x="17920" y="1779163"/>
                    <a:pt x="11717" y="1776594"/>
                    <a:pt x="7143" y="1772020"/>
                  </a:cubicBezTo>
                  <a:cubicBezTo>
                    <a:pt x="2570" y="1767446"/>
                    <a:pt x="0" y="1761243"/>
                    <a:pt x="0" y="1754774"/>
                  </a:cubicBezTo>
                  <a:lnTo>
                    <a:pt x="0" y="24389"/>
                  </a:lnTo>
                  <a:cubicBezTo>
                    <a:pt x="0" y="17920"/>
                    <a:pt x="2570" y="11717"/>
                    <a:pt x="7143" y="7143"/>
                  </a:cubicBezTo>
                  <a:cubicBezTo>
                    <a:pt x="11717" y="2570"/>
                    <a:pt x="17920" y="0"/>
                    <a:pt x="24389" y="0"/>
                  </a:cubicBezTo>
                  <a:close/>
                </a:path>
              </a:pathLst>
            </a:custGeom>
            <a:solidFill>
              <a:srgbClr val="071330"/>
            </a:solidFill>
          </p:spPr>
        </p:sp>
        <p:sp>
          <p:nvSpPr>
            <p:cNvPr id="16" name="TextBox 16"/>
            <p:cNvSpPr txBox="1"/>
            <p:nvPr/>
          </p:nvSpPr>
          <p:spPr>
            <a:xfrm>
              <a:off x="0" y="-38100"/>
              <a:ext cx="2744378" cy="1817263"/>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0587982" y="1582889"/>
            <a:ext cx="179985" cy="179985"/>
            <a:chOff x="0" y="0"/>
            <a:chExt cx="6350000" cy="6350000"/>
          </a:xfrm>
        </p:grpSpPr>
        <p:sp>
          <p:nvSpPr>
            <p:cNvPr id="18" name="Freeform 1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9" name="Group 19"/>
          <p:cNvGrpSpPr/>
          <p:nvPr/>
        </p:nvGrpSpPr>
        <p:grpSpPr>
          <a:xfrm>
            <a:off x="10823193" y="1582889"/>
            <a:ext cx="179985" cy="179985"/>
            <a:chOff x="0" y="0"/>
            <a:chExt cx="6350000" cy="6350000"/>
          </a:xfrm>
        </p:grpSpPr>
        <p:sp>
          <p:nvSpPr>
            <p:cNvPr id="20" name="Freeform 2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1" name="Group 21"/>
          <p:cNvGrpSpPr/>
          <p:nvPr/>
        </p:nvGrpSpPr>
        <p:grpSpPr>
          <a:xfrm>
            <a:off x="11057441" y="1582889"/>
            <a:ext cx="179985" cy="179985"/>
            <a:chOff x="0" y="0"/>
            <a:chExt cx="6350000" cy="6350000"/>
          </a:xfrm>
        </p:grpSpPr>
        <p:sp>
          <p:nvSpPr>
            <p:cNvPr id="22" name="Freeform 2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23" name="Group 23"/>
          <p:cNvGrpSpPr/>
          <p:nvPr/>
        </p:nvGrpSpPr>
        <p:grpSpPr>
          <a:xfrm>
            <a:off x="10587982" y="2075400"/>
            <a:ext cx="4710409" cy="2351465"/>
            <a:chOff x="0" y="0"/>
            <a:chExt cx="729766" cy="364303"/>
          </a:xfrm>
        </p:grpSpPr>
        <p:sp>
          <p:nvSpPr>
            <p:cNvPr id="24" name="Freeform 24"/>
            <p:cNvSpPr/>
            <p:nvPr/>
          </p:nvSpPr>
          <p:spPr>
            <a:xfrm>
              <a:off x="0" y="0"/>
              <a:ext cx="729766" cy="364303"/>
            </a:xfrm>
            <a:custGeom>
              <a:avLst/>
              <a:gdLst/>
              <a:ahLst/>
              <a:cxnLst/>
              <a:rect l="l" t="t" r="r" b="b"/>
              <a:pathLst>
                <a:path w="729766" h="364303">
                  <a:moveTo>
                    <a:pt x="18079" y="0"/>
                  </a:moveTo>
                  <a:lnTo>
                    <a:pt x="711686" y="0"/>
                  </a:lnTo>
                  <a:cubicBezTo>
                    <a:pt x="716481" y="0"/>
                    <a:pt x="721080" y="1905"/>
                    <a:pt x="724470" y="5295"/>
                  </a:cubicBezTo>
                  <a:cubicBezTo>
                    <a:pt x="727861" y="8686"/>
                    <a:pt x="729766" y="13284"/>
                    <a:pt x="729766" y="18079"/>
                  </a:cubicBezTo>
                  <a:lnTo>
                    <a:pt x="729766" y="346224"/>
                  </a:lnTo>
                  <a:cubicBezTo>
                    <a:pt x="729766" y="351019"/>
                    <a:pt x="727861" y="355618"/>
                    <a:pt x="724470" y="359008"/>
                  </a:cubicBezTo>
                  <a:cubicBezTo>
                    <a:pt x="721080" y="362399"/>
                    <a:pt x="716481" y="364303"/>
                    <a:pt x="711686" y="364303"/>
                  </a:cubicBezTo>
                  <a:lnTo>
                    <a:pt x="18079" y="364303"/>
                  </a:lnTo>
                  <a:cubicBezTo>
                    <a:pt x="13284" y="364303"/>
                    <a:pt x="8686" y="362399"/>
                    <a:pt x="5295" y="359008"/>
                  </a:cubicBezTo>
                  <a:cubicBezTo>
                    <a:pt x="1905" y="355618"/>
                    <a:pt x="0" y="351019"/>
                    <a:pt x="0" y="346224"/>
                  </a:cubicBezTo>
                  <a:lnTo>
                    <a:pt x="0" y="18079"/>
                  </a:lnTo>
                  <a:cubicBezTo>
                    <a:pt x="0" y="13284"/>
                    <a:pt x="1905" y="8686"/>
                    <a:pt x="5295" y="5295"/>
                  </a:cubicBezTo>
                  <a:cubicBezTo>
                    <a:pt x="8686" y="1905"/>
                    <a:pt x="13284" y="0"/>
                    <a:pt x="18079" y="0"/>
                  </a:cubicBezTo>
                  <a:close/>
                </a:path>
              </a:pathLst>
            </a:custGeom>
            <a:blipFill>
              <a:blip r:embed="rId4"/>
              <a:stretch>
                <a:fillRect t="-49787" b="-116858"/>
              </a:stretch>
            </a:blipFill>
          </p:spPr>
        </p:sp>
      </p:grpSp>
      <p:grpSp>
        <p:nvGrpSpPr>
          <p:cNvPr id="25" name="Group 25"/>
          <p:cNvGrpSpPr/>
          <p:nvPr/>
        </p:nvGrpSpPr>
        <p:grpSpPr>
          <a:xfrm>
            <a:off x="12160895" y="4112396"/>
            <a:ext cx="5396478" cy="3498503"/>
            <a:chOff x="0" y="0"/>
            <a:chExt cx="2744378" cy="1779163"/>
          </a:xfrm>
        </p:grpSpPr>
        <p:sp>
          <p:nvSpPr>
            <p:cNvPr id="26" name="Freeform 26"/>
            <p:cNvSpPr/>
            <p:nvPr/>
          </p:nvSpPr>
          <p:spPr>
            <a:xfrm>
              <a:off x="0" y="0"/>
              <a:ext cx="2744378" cy="1779163"/>
            </a:xfrm>
            <a:custGeom>
              <a:avLst/>
              <a:gdLst/>
              <a:ahLst/>
              <a:cxnLst/>
              <a:rect l="l" t="t" r="r" b="b"/>
              <a:pathLst>
                <a:path w="2744378" h="1779163">
                  <a:moveTo>
                    <a:pt x="24389" y="0"/>
                  </a:moveTo>
                  <a:lnTo>
                    <a:pt x="2719990" y="0"/>
                  </a:lnTo>
                  <a:cubicBezTo>
                    <a:pt x="2726458" y="0"/>
                    <a:pt x="2732661" y="2570"/>
                    <a:pt x="2737235" y="7143"/>
                  </a:cubicBezTo>
                  <a:cubicBezTo>
                    <a:pt x="2741809" y="11717"/>
                    <a:pt x="2744378" y="17920"/>
                    <a:pt x="2744378" y="24389"/>
                  </a:cubicBezTo>
                  <a:lnTo>
                    <a:pt x="2744378" y="1754774"/>
                  </a:lnTo>
                  <a:cubicBezTo>
                    <a:pt x="2744378" y="1768244"/>
                    <a:pt x="2733459" y="1779163"/>
                    <a:pt x="2719990" y="1779163"/>
                  </a:cubicBezTo>
                  <a:lnTo>
                    <a:pt x="24389" y="1779163"/>
                  </a:lnTo>
                  <a:cubicBezTo>
                    <a:pt x="17920" y="1779163"/>
                    <a:pt x="11717" y="1776594"/>
                    <a:pt x="7143" y="1772020"/>
                  </a:cubicBezTo>
                  <a:cubicBezTo>
                    <a:pt x="2570" y="1767446"/>
                    <a:pt x="0" y="1761243"/>
                    <a:pt x="0" y="1754774"/>
                  </a:cubicBezTo>
                  <a:lnTo>
                    <a:pt x="0" y="24389"/>
                  </a:lnTo>
                  <a:cubicBezTo>
                    <a:pt x="0" y="17920"/>
                    <a:pt x="2570" y="11717"/>
                    <a:pt x="7143" y="7143"/>
                  </a:cubicBezTo>
                  <a:cubicBezTo>
                    <a:pt x="11717" y="2570"/>
                    <a:pt x="17920" y="0"/>
                    <a:pt x="24389" y="0"/>
                  </a:cubicBezTo>
                  <a:close/>
                </a:path>
              </a:pathLst>
            </a:custGeom>
            <a:solidFill>
              <a:srgbClr val="FFFFFF"/>
            </a:solidFill>
          </p:spPr>
        </p:sp>
        <p:sp>
          <p:nvSpPr>
            <p:cNvPr id="27" name="TextBox 27"/>
            <p:cNvSpPr txBox="1"/>
            <p:nvPr/>
          </p:nvSpPr>
          <p:spPr>
            <a:xfrm>
              <a:off x="0" y="-38100"/>
              <a:ext cx="2744378" cy="1817263"/>
            </a:xfrm>
            <a:prstGeom prst="rect">
              <a:avLst/>
            </a:prstGeom>
          </p:spPr>
          <p:txBody>
            <a:bodyPr lIns="50800" tIns="50800" rIns="50800" bIns="50800" rtlCol="0" anchor="ctr"/>
            <a:lstStyle/>
            <a:p>
              <a:pPr algn="ctr">
                <a:lnSpc>
                  <a:spcPts val="2659"/>
                </a:lnSpc>
                <a:spcBef>
                  <a:spcPct val="0"/>
                </a:spcBef>
              </a:pPr>
              <a:endParaRPr/>
            </a:p>
          </p:txBody>
        </p:sp>
      </p:grpSp>
      <p:grpSp>
        <p:nvGrpSpPr>
          <p:cNvPr id="28" name="Group 28"/>
          <p:cNvGrpSpPr/>
          <p:nvPr/>
        </p:nvGrpSpPr>
        <p:grpSpPr>
          <a:xfrm>
            <a:off x="12513089" y="4377397"/>
            <a:ext cx="179985" cy="179985"/>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30" name="Group 30"/>
          <p:cNvGrpSpPr/>
          <p:nvPr/>
        </p:nvGrpSpPr>
        <p:grpSpPr>
          <a:xfrm>
            <a:off x="12748300" y="4377397"/>
            <a:ext cx="179985" cy="179985"/>
            <a:chOff x="0" y="0"/>
            <a:chExt cx="6350000" cy="6350000"/>
          </a:xfrm>
        </p:grpSpPr>
        <p:sp>
          <p:nvSpPr>
            <p:cNvPr id="31" name="Freeform 3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32" name="Group 32"/>
          <p:cNvGrpSpPr/>
          <p:nvPr/>
        </p:nvGrpSpPr>
        <p:grpSpPr>
          <a:xfrm>
            <a:off x="12982548" y="4377397"/>
            <a:ext cx="179985" cy="179985"/>
            <a:chOff x="0" y="0"/>
            <a:chExt cx="6350000" cy="6350000"/>
          </a:xfrm>
        </p:grpSpPr>
        <p:sp>
          <p:nvSpPr>
            <p:cNvPr id="33" name="Freeform 3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34" name="Group 34"/>
          <p:cNvGrpSpPr/>
          <p:nvPr/>
        </p:nvGrpSpPr>
        <p:grpSpPr>
          <a:xfrm>
            <a:off x="12513089" y="4869907"/>
            <a:ext cx="4710409" cy="2351465"/>
            <a:chOff x="0" y="0"/>
            <a:chExt cx="729766" cy="364303"/>
          </a:xfrm>
        </p:grpSpPr>
        <p:sp>
          <p:nvSpPr>
            <p:cNvPr id="35" name="Freeform 35"/>
            <p:cNvSpPr/>
            <p:nvPr/>
          </p:nvSpPr>
          <p:spPr>
            <a:xfrm>
              <a:off x="0" y="0"/>
              <a:ext cx="729766" cy="364303"/>
            </a:xfrm>
            <a:custGeom>
              <a:avLst/>
              <a:gdLst/>
              <a:ahLst/>
              <a:cxnLst/>
              <a:rect l="l" t="t" r="r" b="b"/>
              <a:pathLst>
                <a:path w="729766" h="364303">
                  <a:moveTo>
                    <a:pt x="18079" y="0"/>
                  </a:moveTo>
                  <a:lnTo>
                    <a:pt x="711686" y="0"/>
                  </a:lnTo>
                  <a:cubicBezTo>
                    <a:pt x="716481" y="0"/>
                    <a:pt x="721080" y="1905"/>
                    <a:pt x="724470" y="5295"/>
                  </a:cubicBezTo>
                  <a:cubicBezTo>
                    <a:pt x="727861" y="8686"/>
                    <a:pt x="729766" y="13284"/>
                    <a:pt x="729766" y="18079"/>
                  </a:cubicBezTo>
                  <a:lnTo>
                    <a:pt x="729766" y="346224"/>
                  </a:lnTo>
                  <a:cubicBezTo>
                    <a:pt x="729766" y="351019"/>
                    <a:pt x="727861" y="355618"/>
                    <a:pt x="724470" y="359008"/>
                  </a:cubicBezTo>
                  <a:cubicBezTo>
                    <a:pt x="721080" y="362399"/>
                    <a:pt x="716481" y="364303"/>
                    <a:pt x="711686" y="364303"/>
                  </a:cubicBezTo>
                  <a:lnTo>
                    <a:pt x="18079" y="364303"/>
                  </a:lnTo>
                  <a:cubicBezTo>
                    <a:pt x="13284" y="364303"/>
                    <a:pt x="8686" y="362399"/>
                    <a:pt x="5295" y="359008"/>
                  </a:cubicBezTo>
                  <a:cubicBezTo>
                    <a:pt x="1905" y="355618"/>
                    <a:pt x="0" y="351019"/>
                    <a:pt x="0" y="346224"/>
                  </a:cubicBezTo>
                  <a:lnTo>
                    <a:pt x="0" y="18079"/>
                  </a:lnTo>
                  <a:cubicBezTo>
                    <a:pt x="0" y="13284"/>
                    <a:pt x="1905" y="8686"/>
                    <a:pt x="5295" y="5295"/>
                  </a:cubicBezTo>
                  <a:cubicBezTo>
                    <a:pt x="8686" y="1905"/>
                    <a:pt x="13284" y="0"/>
                    <a:pt x="18079" y="0"/>
                  </a:cubicBezTo>
                  <a:close/>
                </a:path>
              </a:pathLst>
            </a:custGeom>
            <a:blipFill>
              <a:blip r:embed="rId5"/>
              <a:stretch>
                <a:fillRect t="-16730" b="-16730"/>
              </a:stretch>
            </a:blipFill>
          </p:spPr>
        </p:sp>
      </p:grpSp>
      <p:sp>
        <p:nvSpPr>
          <p:cNvPr id="36" name="TextBox 36"/>
          <p:cNvSpPr txBox="1"/>
          <p:nvPr/>
        </p:nvSpPr>
        <p:spPr>
          <a:xfrm>
            <a:off x="2097315" y="1199027"/>
            <a:ext cx="6757771" cy="2052106"/>
          </a:xfrm>
          <a:prstGeom prst="rect">
            <a:avLst/>
          </a:prstGeom>
        </p:spPr>
        <p:txBody>
          <a:bodyPr lIns="0" tIns="0" rIns="0" bIns="0" rtlCol="0" anchor="t">
            <a:spAutoFit/>
          </a:bodyPr>
          <a:lstStyle/>
          <a:p>
            <a:pPr algn="l">
              <a:lnSpc>
                <a:spcPts val="8039"/>
              </a:lnSpc>
            </a:pPr>
            <a:r>
              <a:rPr lang="en-US" sz="7730" b="1">
                <a:solidFill>
                  <a:srgbClr val="071330"/>
                </a:solidFill>
                <a:latin typeface="IBM Plex Mono Bold"/>
                <a:ea typeface="IBM Plex Mono Bold"/>
                <a:cs typeface="IBM Plex Mono Bold"/>
                <a:sym typeface="IBM Plex Mono Bold"/>
              </a:rPr>
              <a:t>why this topic?</a:t>
            </a:r>
          </a:p>
        </p:txBody>
      </p:sp>
      <p:sp>
        <p:nvSpPr>
          <p:cNvPr id="37" name="TextBox 37"/>
          <p:cNvSpPr txBox="1"/>
          <p:nvPr/>
        </p:nvSpPr>
        <p:spPr>
          <a:xfrm>
            <a:off x="1547024" y="5169833"/>
            <a:ext cx="7668203" cy="1037644"/>
          </a:xfrm>
          <a:prstGeom prst="rect">
            <a:avLst/>
          </a:prstGeom>
        </p:spPr>
        <p:txBody>
          <a:bodyPr lIns="0" tIns="0" rIns="0" bIns="0" rtlCol="0" anchor="t">
            <a:spAutoFit/>
          </a:bodyPr>
          <a:lstStyle/>
          <a:p>
            <a:pPr algn="l">
              <a:lnSpc>
                <a:spcPts val="2750"/>
              </a:lnSpc>
            </a:pPr>
            <a:r>
              <a:rPr lang="en-US" sz="2217">
                <a:solidFill>
                  <a:srgbClr val="FFFFFF"/>
                </a:solidFill>
                <a:latin typeface="IBM Plex Mono"/>
                <a:ea typeface="IBM Plex Mono"/>
                <a:cs typeface="IBM Plex Mono"/>
                <a:sym typeface="IBM Plex Mono"/>
              </a:rPr>
              <a:t>Physics is limitless! I have been interested in physics since my early years, and modeling and simulation of physics is my element.</a:t>
            </a:r>
          </a:p>
        </p:txBody>
      </p:sp>
      <p:sp>
        <p:nvSpPr>
          <p:cNvPr id="38" name="TextBox 38"/>
          <p:cNvSpPr txBox="1"/>
          <p:nvPr/>
        </p:nvSpPr>
        <p:spPr>
          <a:xfrm>
            <a:off x="1547024" y="6914083"/>
            <a:ext cx="7668203" cy="1384107"/>
          </a:xfrm>
          <a:prstGeom prst="rect">
            <a:avLst/>
          </a:prstGeom>
        </p:spPr>
        <p:txBody>
          <a:bodyPr lIns="0" tIns="0" rIns="0" bIns="0" rtlCol="0" anchor="t">
            <a:spAutoFit/>
          </a:bodyPr>
          <a:lstStyle/>
          <a:p>
            <a:pPr algn="l">
              <a:lnSpc>
                <a:spcPts val="2750"/>
              </a:lnSpc>
            </a:pPr>
            <a:r>
              <a:rPr lang="en-US" sz="2217">
                <a:solidFill>
                  <a:srgbClr val="FFFFFF"/>
                </a:solidFill>
                <a:latin typeface="IBM Plex Mono"/>
                <a:ea typeface="IBM Plex Mono"/>
                <a:cs typeface="IBM Plex Mono"/>
                <a:sym typeface="IBM Plex Mono"/>
              </a:rPr>
              <a:t>In the code I used a lot of constants and knowledge of physics helped me a lot. The theme itself is ideal for me, my theme and my project are the best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2763278" y="2269450"/>
            <a:ext cx="8864188" cy="3907649"/>
            <a:chOff x="0" y="0"/>
            <a:chExt cx="3845713" cy="1695327"/>
          </a:xfrm>
        </p:grpSpPr>
        <p:sp>
          <p:nvSpPr>
            <p:cNvPr id="6" name="Freeform 6"/>
            <p:cNvSpPr/>
            <p:nvPr/>
          </p:nvSpPr>
          <p:spPr>
            <a:xfrm>
              <a:off x="0" y="0"/>
              <a:ext cx="3845713" cy="1695327"/>
            </a:xfrm>
            <a:custGeom>
              <a:avLst/>
              <a:gdLst/>
              <a:ahLst/>
              <a:cxnLst/>
              <a:rect l="l" t="t" r="r" b="b"/>
              <a:pathLst>
                <a:path w="3845713" h="1695327">
                  <a:moveTo>
                    <a:pt x="27075" y="0"/>
                  </a:moveTo>
                  <a:lnTo>
                    <a:pt x="3818638" y="0"/>
                  </a:lnTo>
                  <a:cubicBezTo>
                    <a:pt x="3833591" y="0"/>
                    <a:pt x="3845713" y="12122"/>
                    <a:pt x="3845713" y="27075"/>
                  </a:cubicBezTo>
                  <a:lnTo>
                    <a:pt x="3845713" y="1668252"/>
                  </a:lnTo>
                  <a:cubicBezTo>
                    <a:pt x="3845713" y="1683205"/>
                    <a:pt x="3833591" y="1695327"/>
                    <a:pt x="3818638" y="1695327"/>
                  </a:cubicBezTo>
                  <a:lnTo>
                    <a:pt x="27075" y="1695327"/>
                  </a:lnTo>
                  <a:cubicBezTo>
                    <a:pt x="12122" y="1695327"/>
                    <a:pt x="0" y="1683205"/>
                    <a:pt x="0" y="1668252"/>
                  </a:cubicBezTo>
                  <a:lnTo>
                    <a:pt x="0" y="27075"/>
                  </a:lnTo>
                  <a:cubicBezTo>
                    <a:pt x="0" y="12122"/>
                    <a:pt x="12122" y="0"/>
                    <a:pt x="27075" y="0"/>
                  </a:cubicBezTo>
                  <a:close/>
                </a:path>
              </a:pathLst>
            </a:custGeom>
            <a:solidFill>
              <a:srgbClr val="071330"/>
            </a:solidFill>
          </p:spPr>
        </p:sp>
        <p:sp>
          <p:nvSpPr>
            <p:cNvPr id="7" name="TextBox 7"/>
            <p:cNvSpPr txBox="1"/>
            <p:nvPr/>
          </p:nvSpPr>
          <p:spPr>
            <a:xfrm>
              <a:off x="0" y="-38100"/>
              <a:ext cx="3845713" cy="1733427"/>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8395112" y="5350651"/>
            <a:ext cx="8864188" cy="3907649"/>
            <a:chOff x="0" y="0"/>
            <a:chExt cx="3845713" cy="1695327"/>
          </a:xfrm>
        </p:grpSpPr>
        <p:sp>
          <p:nvSpPr>
            <p:cNvPr id="9" name="Freeform 9"/>
            <p:cNvSpPr/>
            <p:nvPr/>
          </p:nvSpPr>
          <p:spPr>
            <a:xfrm>
              <a:off x="0" y="0"/>
              <a:ext cx="3845713" cy="1695327"/>
            </a:xfrm>
            <a:custGeom>
              <a:avLst/>
              <a:gdLst/>
              <a:ahLst/>
              <a:cxnLst/>
              <a:rect l="l" t="t" r="r" b="b"/>
              <a:pathLst>
                <a:path w="3845713" h="1695327">
                  <a:moveTo>
                    <a:pt x="27075" y="0"/>
                  </a:moveTo>
                  <a:lnTo>
                    <a:pt x="3818638" y="0"/>
                  </a:lnTo>
                  <a:cubicBezTo>
                    <a:pt x="3833591" y="0"/>
                    <a:pt x="3845713" y="12122"/>
                    <a:pt x="3845713" y="27075"/>
                  </a:cubicBezTo>
                  <a:lnTo>
                    <a:pt x="3845713" y="1668252"/>
                  </a:lnTo>
                  <a:cubicBezTo>
                    <a:pt x="3845713" y="1683205"/>
                    <a:pt x="3833591" y="1695327"/>
                    <a:pt x="3818638" y="1695327"/>
                  </a:cubicBezTo>
                  <a:lnTo>
                    <a:pt x="27075" y="1695327"/>
                  </a:lnTo>
                  <a:cubicBezTo>
                    <a:pt x="12122" y="1695327"/>
                    <a:pt x="0" y="1683205"/>
                    <a:pt x="0" y="1668252"/>
                  </a:cubicBezTo>
                  <a:lnTo>
                    <a:pt x="0" y="27075"/>
                  </a:lnTo>
                  <a:cubicBezTo>
                    <a:pt x="0" y="12122"/>
                    <a:pt x="12122" y="0"/>
                    <a:pt x="27075" y="0"/>
                  </a:cubicBezTo>
                  <a:close/>
                </a:path>
              </a:pathLst>
            </a:custGeom>
            <a:solidFill>
              <a:srgbClr val="FFFFFF"/>
            </a:solidFill>
          </p:spPr>
        </p:sp>
        <p:sp>
          <p:nvSpPr>
            <p:cNvPr id="10" name="TextBox 10"/>
            <p:cNvSpPr txBox="1"/>
            <p:nvPr/>
          </p:nvSpPr>
          <p:spPr>
            <a:xfrm>
              <a:off x="0" y="-38100"/>
              <a:ext cx="3845713" cy="1733427"/>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020544" y="6728629"/>
            <a:ext cx="6596613" cy="2009740"/>
          </a:xfrm>
          <a:prstGeom prst="rect">
            <a:avLst/>
          </a:prstGeom>
        </p:spPr>
        <p:txBody>
          <a:bodyPr lIns="0" tIns="0" rIns="0" bIns="0" rtlCol="0" anchor="t">
            <a:spAutoFit/>
          </a:bodyPr>
          <a:lstStyle/>
          <a:p>
            <a:pPr algn="l">
              <a:lnSpc>
                <a:spcPts val="7848"/>
              </a:lnSpc>
            </a:pPr>
            <a:r>
              <a:rPr lang="en-US" sz="7546" b="1">
                <a:solidFill>
                  <a:srgbClr val="FFFFFF"/>
                </a:solidFill>
                <a:latin typeface="IBM Plex Mono Bold"/>
                <a:ea typeface="IBM Plex Mono Bold"/>
                <a:cs typeface="IBM Plex Mono Bold"/>
                <a:sym typeface="IBM Plex Mono Bold"/>
              </a:rPr>
              <a:t>where did i start?</a:t>
            </a:r>
          </a:p>
        </p:txBody>
      </p:sp>
      <p:sp>
        <p:nvSpPr>
          <p:cNvPr id="12" name="TextBox 12"/>
          <p:cNvSpPr txBox="1"/>
          <p:nvPr/>
        </p:nvSpPr>
        <p:spPr>
          <a:xfrm>
            <a:off x="3361271" y="3412931"/>
            <a:ext cx="7668203" cy="2055658"/>
          </a:xfrm>
          <a:prstGeom prst="rect">
            <a:avLst/>
          </a:prstGeom>
        </p:spPr>
        <p:txBody>
          <a:bodyPr lIns="0" tIns="0" rIns="0" bIns="0" rtlCol="0" anchor="t">
            <a:spAutoFit/>
          </a:bodyPr>
          <a:lstStyle/>
          <a:p>
            <a:pPr algn="l">
              <a:lnSpc>
                <a:spcPts val="2750"/>
              </a:lnSpc>
            </a:pPr>
            <a:r>
              <a:rPr lang="en-US" sz="2217">
                <a:solidFill>
                  <a:srgbClr val="FFFFFF"/>
                </a:solidFill>
                <a:latin typeface="IBM Plex Mono"/>
                <a:ea typeface="IBM Plex Mono"/>
                <a:cs typeface="IBM Plex Mono"/>
                <a:sym typeface="IBM Plex Mono"/>
              </a:rPr>
              <a:t>First I had to study the </a:t>
            </a:r>
            <a:r>
              <a:rPr lang="en-US" sz="2217" b="1">
                <a:solidFill>
                  <a:srgbClr val="FFFFFF"/>
                </a:solidFill>
                <a:latin typeface="IBM Plex Mono Bold"/>
                <a:ea typeface="IBM Plex Mono Bold"/>
                <a:cs typeface="IBM Plex Mono Bold"/>
                <a:sym typeface="IBM Plex Mono Bold"/>
              </a:rPr>
              <a:t>pygame, math, sys</a:t>
            </a:r>
            <a:r>
              <a:rPr lang="en-US" sz="2217">
                <a:solidFill>
                  <a:srgbClr val="FFFFFF"/>
                </a:solidFill>
                <a:latin typeface="IBM Plex Mono"/>
                <a:ea typeface="IBM Plex Mono"/>
                <a:cs typeface="IBM Plex Mono"/>
                <a:sym typeface="IBM Plex Mono"/>
              </a:rPr>
              <a:t> libraries closely. </a:t>
            </a:r>
          </a:p>
          <a:p>
            <a:pPr algn="l">
              <a:lnSpc>
                <a:spcPts val="2750"/>
              </a:lnSpc>
            </a:pPr>
            <a:endParaRPr lang="en-US" sz="2217">
              <a:solidFill>
                <a:srgbClr val="FFFFFF"/>
              </a:solidFill>
              <a:latin typeface="IBM Plex Mono"/>
              <a:ea typeface="IBM Plex Mono"/>
              <a:cs typeface="IBM Plex Mono"/>
              <a:sym typeface="IBM Plex Mono"/>
            </a:endParaRPr>
          </a:p>
          <a:p>
            <a:pPr algn="l">
              <a:lnSpc>
                <a:spcPts val="2750"/>
              </a:lnSpc>
            </a:pPr>
            <a:r>
              <a:rPr lang="en-US" sz="2217">
                <a:solidFill>
                  <a:srgbClr val="FFFFFF"/>
                </a:solidFill>
                <a:latin typeface="IBM Plex Mono"/>
                <a:ea typeface="IBM Plex Mono"/>
                <a:cs typeface="IBM Plex Mono"/>
                <a:sym typeface="IBM Plex Mono"/>
              </a:rPr>
              <a:t>I watched tutorials on YouTube and AITU materials, various projects on GitHub and </a:t>
            </a:r>
          </a:p>
          <a:p>
            <a:pPr algn="l">
              <a:lnSpc>
                <a:spcPts val="2750"/>
              </a:lnSpc>
            </a:pPr>
            <a:r>
              <a:rPr lang="en-US" sz="2217">
                <a:solidFill>
                  <a:srgbClr val="FFFFFF"/>
                </a:solidFill>
                <a:latin typeface="IBM Plex Mono"/>
                <a:ea typeface="IBM Plex Mono"/>
                <a:cs typeface="IBM Plex Mono"/>
                <a:sym typeface="IBM Plex Mono"/>
              </a:rPr>
              <a:t>I reached a perfect level</a:t>
            </a:r>
          </a:p>
        </p:txBody>
      </p:sp>
      <p:sp>
        <p:nvSpPr>
          <p:cNvPr id="13" name="TextBox 13"/>
          <p:cNvSpPr txBox="1"/>
          <p:nvPr/>
        </p:nvSpPr>
        <p:spPr>
          <a:xfrm>
            <a:off x="8913436" y="6604804"/>
            <a:ext cx="7668203" cy="2398558"/>
          </a:xfrm>
          <a:prstGeom prst="rect">
            <a:avLst/>
          </a:prstGeom>
        </p:spPr>
        <p:txBody>
          <a:bodyPr lIns="0" tIns="0" rIns="0" bIns="0" rtlCol="0" anchor="t">
            <a:spAutoFit/>
          </a:bodyPr>
          <a:lstStyle/>
          <a:p>
            <a:pPr algn="l">
              <a:lnSpc>
                <a:spcPts val="2750"/>
              </a:lnSpc>
            </a:pPr>
            <a:r>
              <a:rPr lang="en-US" sz="2217" b="1">
                <a:solidFill>
                  <a:srgbClr val="071330"/>
                </a:solidFill>
                <a:latin typeface="IBM Plex Mono Bold"/>
                <a:ea typeface="IBM Plex Mono Bold"/>
                <a:cs typeface="IBM Plex Mono Bold"/>
                <a:sym typeface="IBM Plex Mono Bold"/>
              </a:rPr>
              <a:t>And how to implement without a sketch? Of course, I thought a lot about what simulators I should make. And I settled on three games</a:t>
            </a:r>
          </a:p>
          <a:p>
            <a:pPr algn="l">
              <a:lnSpc>
                <a:spcPts val="2750"/>
              </a:lnSpc>
            </a:pPr>
            <a:endParaRPr lang="en-US" sz="2217" b="1">
              <a:solidFill>
                <a:srgbClr val="071330"/>
              </a:solidFill>
              <a:latin typeface="IBM Plex Mono Bold"/>
              <a:ea typeface="IBM Plex Mono Bold"/>
              <a:cs typeface="IBM Plex Mono Bold"/>
              <a:sym typeface="IBM Plex Mono Bold"/>
            </a:endParaRPr>
          </a:p>
          <a:p>
            <a:pPr algn="l">
              <a:lnSpc>
                <a:spcPts val="2750"/>
              </a:lnSpc>
            </a:pPr>
            <a:r>
              <a:rPr lang="en-US" sz="2217">
                <a:solidFill>
                  <a:srgbClr val="071330"/>
                </a:solidFill>
                <a:latin typeface="IBM Plex Mono"/>
                <a:ea typeface="IBM Plex Mono"/>
                <a:cs typeface="IBM Plex Mono"/>
                <a:sym typeface="IBM Plex Mono"/>
              </a:rPr>
              <a:t>Made a menu for the game, </a:t>
            </a:r>
          </a:p>
          <a:p>
            <a:pPr algn="l">
              <a:lnSpc>
                <a:spcPts val="2750"/>
              </a:lnSpc>
            </a:pPr>
            <a:r>
              <a:rPr lang="en-US" sz="2217">
                <a:solidFill>
                  <a:srgbClr val="071330"/>
                </a:solidFill>
                <a:latin typeface="IBM Plex Mono"/>
                <a:ea typeface="IBM Plex Mono"/>
                <a:cs typeface="IBM Plex Mono"/>
                <a:sym typeface="IBM Plex Mono"/>
              </a:rPr>
              <a:t>logical connections, and so on </a:t>
            </a:r>
          </a:p>
          <a:p>
            <a:pPr algn="l">
              <a:lnSpc>
                <a:spcPts val="2750"/>
              </a:lnSpc>
            </a:pPr>
            <a:r>
              <a:rPr lang="en-US" sz="2217" b="1">
                <a:solidFill>
                  <a:srgbClr val="071330"/>
                </a:solidFill>
                <a:latin typeface="IBM Plex Mono Bold"/>
                <a:ea typeface="IBM Plex Mono Bold"/>
                <a:cs typeface="IBM Plex Mono Bold"/>
                <a:sym typeface="IBM Plex Mono Bold"/>
              </a:rPr>
              <a:t>And the main thing is to enter via PIN code</a:t>
            </a:r>
          </a:p>
        </p:txBody>
      </p:sp>
      <p:grpSp>
        <p:nvGrpSpPr>
          <p:cNvPr id="14" name="Group 14"/>
          <p:cNvGrpSpPr/>
          <p:nvPr/>
        </p:nvGrpSpPr>
        <p:grpSpPr>
          <a:xfrm>
            <a:off x="3281603" y="2580080"/>
            <a:ext cx="210976" cy="210976"/>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6" name="Group 16"/>
          <p:cNvGrpSpPr/>
          <p:nvPr/>
        </p:nvGrpSpPr>
        <p:grpSpPr>
          <a:xfrm>
            <a:off x="8913436" y="5661280"/>
            <a:ext cx="210976" cy="210976"/>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8" name="Group 18"/>
          <p:cNvGrpSpPr/>
          <p:nvPr/>
        </p:nvGrpSpPr>
        <p:grpSpPr>
          <a:xfrm>
            <a:off x="3557313" y="2580080"/>
            <a:ext cx="210976" cy="210976"/>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0" name="Group 20"/>
          <p:cNvGrpSpPr/>
          <p:nvPr/>
        </p:nvGrpSpPr>
        <p:grpSpPr>
          <a:xfrm>
            <a:off x="9189146" y="5661280"/>
            <a:ext cx="210976" cy="210976"/>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2" name="Group 22"/>
          <p:cNvGrpSpPr/>
          <p:nvPr/>
        </p:nvGrpSpPr>
        <p:grpSpPr>
          <a:xfrm>
            <a:off x="3831894" y="2580080"/>
            <a:ext cx="210976" cy="210976"/>
            <a:chOff x="0" y="0"/>
            <a:chExt cx="6350000" cy="6350000"/>
          </a:xfrm>
        </p:grpSpPr>
        <p:sp>
          <p:nvSpPr>
            <p:cNvPr id="23" name="Freeform 2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24" name="Group 24"/>
          <p:cNvGrpSpPr/>
          <p:nvPr/>
        </p:nvGrpSpPr>
        <p:grpSpPr>
          <a:xfrm>
            <a:off x="9463727" y="5661280"/>
            <a:ext cx="210976" cy="210976"/>
            <a:chOff x="0" y="0"/>
            <a:chExt cx="6350000" cy="6350000"/>
          </a:xfrm>
        </p:grpSpPr>
        <p:sp>
          <p:nvSpPr>
            <p:cNvPr id="25" name="Freeform 2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26" name="Group 26"/>
          <p:cNvGrpSpPr/>
          <p:nvPr/>
        </p:nvGrpSpPr>
        <p:grpSpPr>
          <a:xfrm>
            <a:off x="12089041" y="1041804"/>
            <a:ext cx="5170259" cy="3351846"/>
            <a:chOff x="0" y="0"/>
            <a:chExt cx="2744378" cy="1779163"/>
          </a:xfrm>
        </p:grpSpPr>
        <p:sp>
          <p:nvSpPr>
            <p:cNvPr id="27" name="Freeform 27"/>
            <p:cNvSpPr/>
            <p:nvPr/>
          </p:nvSpPr>
          <p:spPr>
            <a:xfrm>
              <a:off x="0" y="0"/>
              <a:ext cx="2744378" cy="1779163"/>
            </a:xfrm>
            <a:custGeom>
              <a:avLst/>
              <a:gdLst/>
              <a:ahLst/>
              <a:cxnLst/>
              <a:rect l="l" t="t" r="r" b="b"/>
              <a:pathLst>
                <a:path w="2744378" h="1779163">
                  <a:moveTo>
                    <a:pt x="25456" y="0"/>
                  </a:moveTo>
                  <a:lnTo>
                    <a:pt x="2718923" y="0"/>
                  </a:lnTo>
                  <a:cubicBezTo>
                    <a:pt x="2732981" y="0"/>
                    <a:pt x="2744378" y="11397"/>
                    <a:pt x="2744378" y="25456"/>
                  </a:cubicBezTo>
                  <a:lnTo>
                    <a:pt x="2744378" y="1753707"/>
                  </a:lnTo>
                  <a:cubicBezTo>
                    <a:pt x="2744378" y="1767766"/>
                    <a:pt x="2732981" y="1779163"/>
                    <a:pt x="2718923" y="1779163"/>
                  </a:cubicBezTo>
                  <a:lnTo>
                    <a:pt x="25456" y="1779163"/>
                  </a:lnTo>
                  <a:cubicBezTo>
                    <a:pt x="11397" y="1779163"/>
                    <a:pt x="0" y="1767766"/>
                    <a:pt x="0" y="1753707"/>
                  </a:cubicBezTo>
                  <a:lnTo>
                    <a:pt x="0" y="25456"/>
                  </a:lnTo>
                  <a:cubicBezTo>
                    <a:pt x="0" y="11397"/>
                    <a:pt x="11397" y="0"/>
                    <a:pt x="25456" y="0"/>
                  </a:cubicBezTo>
                  <a:close/>
                </a:path>
              </a:pathLst>
            </a:custGeom>
            <a:solidFill>
              <a:srgbClr val="071330"/>
            </a:solidFill>
          </p:spPr>
        </p:sp>
        <p:sp>
          <p:nvSpPr>
            <p:cNvPr id="28" name="TextBox 28"/>
            <p:cNvSpPr txBox="1"/>
            <p:nvPr/>
          </p:nvSpPr>
          <p:spPr>
            <a:xfrm>
              <a:off x="0" y="-38100"/>
              <a:ext cx="2744378" cy="1817263"/>
            </a:xfrm>
            <a:prstGeom prst="rect">
              <a:avLst/>
            </a:prstGeom>
          </p:spPr>
          <p:txBody>
            <a:bodyPr lIns="50800" tIns="50800" rIns="50800" bIns="50800" rtlCol="0" anchor="ctr"/>
            <a:lstStyle/>
            <a:p>
              <a:pPr algn="ctr">
                <a:lnSpc>
                  <a:spcPts val="2659"/>
                </a:lnSpc>
                <a:spcBef>
                  <a:spcPct val="0"/>
                </a:spcBef>
              </a:pPr>
              <a:endParaRPr/>
            </a:p>
          </p:txBody>
        </p:sp>
      </p:grpSp>
      <p:grpSp>
        <p:nvGrpSpPr>
          <p:cNvPr id="29" name="Group 29"/>
          <p:cNvGrpSpPr/>
          <p:nvPr/>
        </p:nvGrpSpPr>
        <p:grpSpPr>
          <a:xfrm>
            <a:off x="12426471" y="1295696"/>
            <a:ext cx="172440" cy="172440"/>
            <a:chOff x="0" y="0"/>
            <a:chExt cx="6350000" cy="6350000"/>
          </a:xfrm>
        </p:grpSpPr>
        <p:sp>
          <p:nvSpPr>
            <p:cNvPr id="30" name="Freeform 3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31" name="Group 31"/>
          <p:cNvGrpSpPr/>
          <p:nvPr/>
        </p:nvGrpSpPr>
        <p:grpSpPr>
          <a:xfrm>
            <a:off x="12651822" y="1295696"/>
            <a:ext cx="172440" cy="172440"/>
            <a:chOff x="0" y="0"/>
            <a:chExt cx="6350000" cy="6350000"/>
          </a:xfrm>
        </p:grpSpPr>
        <p:sp>
          <p:nvSpPr>
            <p:cNvPr id="32" name="Freeform 3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33" name="Group 33"/>
          <p:cNvGrpSpPr/>
          <p:nvPr/>
        </p:nvGrpSpPr>
        <p:grpSpPr>
          <a:xfrm>
            <a:off x="12876250" y="1295696"/>
            <a:ext cx="172440" cy="172440"/>
            <a:chOff x="0" y="0"/>
            <a:chExt cx="6350000" cy="6350000"/>
          </a:xfrm>
        </p:grpSpPr>
        <p:sp>
          <p:nvSpPr>
            <p:cNvPr id="34" name="Freeform 3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35" name="Group 35"/>
          <p:cNvGrpSpPr/>
          <p:nvPr/>
        </p:nvGrpSpPr>
        <p:grpSpPr>
          <a:xfrm>
            <a:off x="12426471" y="1767561"/>
            <a:ext cx="4512950" cy="2252892"/>
            <a:chOff x="0" y="0"/>
            <a:chExt cx="729766" cy="364303"/>
          </a:xfrm>
        </p:grpSpPr>
        <p:sp>
          <p:nvSpPr>
            <p:cNvPr id="36" name="Freeform 36"/>
            <p:cNvSpPr/>
            <p:nvPr/>
          </p:nvSpPr>
          <p:spPr>
            <a:xfrm>
              <a:off x="0" y="0"/>
              <a:ext cx="729766" cy="364303"/>
            </a:xfrm>
            <a:custGeom>
              <a:avLst/>
              <a:gdLst/>
              <a:ahLst/>
              <a:cxnLst/>
              <a:rect l="l" t="t" r="r" b="b"/>
              <a:pathLst>
                <a:path w="729766" h="364303">
                  <a:moveTo>
                    <a:pt x="18870" y="0"/>
                  </a:moveTo>
                  <a:lnTo>
                    <a:pt x="710895" y="0"/>
                  </a:lnTo>
                  <a:cubicBezTo>
                    <a:pt x="715900" y="0"/>
                    <a:pt x="720700" y="1988"/>
                    <a:pt x="724239" y="5527"/>
                  </a:cubicBezTo>
                  <a:cubicBezTo>
                    <a:pt x="727778" y="9066"/>
                    <a:pt x="729766" y="13866"/>
                    <a:pt x="729766" y="18870"/>
                  </a:cubicBezTo>
                  <a:lnTo>
                    <a:pt x="729766" y="345433"/>
                  </a:lnTo>
                  <a:cubicBezTo>
                    <a:pt x="729766" y="350438"/>
                    <a:pt x="727778" y="355238"/>
                    <a:pt x="724239" y="358776"/>
                  </a:cubicBezTo>
                  <a:cubicBezTo>
                    <a:pt x="720700" y="362315"/>
                    <a:pt x="715900" y="364303"/>
                    <a:pt x="710895" y="364303"/>
                  </a:cubicBezTo>
                  <a:lnTo>
                    <a:pt x="18870" y="364303"/>
                  </a:lnTo>
                  <a:cubicBezTo>
                    <a:pt x="13866" y="364303"/>
                    <a:pt x="9066" y="362315"/>
                    <a:pt x="5527" y="358776"/>
                  </a:cubicBezTo>
                  <a:cubicBezTo>
                    <a:pt x="1988" y="355238"/>
                    <a:pt x="0" y="350438"/>
                    <a:pt x="0" y="345433"/>
                  </a:cubicBezTo>
                  <a:lnTo>
                    <a:pt x="0" y="18870"/>
                  </a:lnTo>
                  <a:cubicBezTo>
                    <a:pt x="0" y="13866"/>
                    <a:pt x="1988" y="9066"/>
                    <a:pt x="5527" y="5527"/>
                  </a:cubicBezTo>
                  <a:cubicBezTo>
                    <a:pt x="9066" y="1988"/>
                    <a:pt x="13866" y="0"/>
                    <a:pt x="18870" y="0"/>
                  </a:cubicBezTo>
                  <a:close/>
                </a:path>
              </a:pathLst>
            </a:custGeom>
            <a:blipFill>
              <a:blip r:embed="rId4"/>
              <a:stretch>
                <a:fillRect t="-16856" b="-16856"/>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028700" y="5448787"/>
            <a:ext cx="8020681" cy="3399138"/>
            <a:chOff x="0" y="0"/>
            <a:chExt cx="3845713" cy="1629801"/>
          </a:xfrm>
        </p:grpSpPr>
        <p:sp>
          <p:nvSpPr>
            <p:cNvPr id="6" name="Freeform 6"/>
            <p:cNvSpPr/>
            <p:nvPr/>
          </p:nvSpPr>
          <p:spPr>
            <a:xfrm>
              <a:off x="0" y="0"/>
              <a:ext cx="3845713" cy="1629801"/>
            </a:xfrm>
            <a:custGeom>
              <a:avLst/>
              <a:gdLst/>
              <a:ahLst/>
              <a:cxnLst/>
              <a:rect l="l" t="t" r="r" b="b"/>
              <a:pathLst>
                <a:path w="3845713" h="1629801">
                  <a:moveTo>
                    <a:pt x="29923" y="0"/>
                  </a:moveTo>
                  <a:lnTo>
                    <a:pt x="3815791" y="0"/>
                  </a:lnTo>
                  <a:cubicBezTo>
                    <a:pt x="3832316" y="0"/>
                    <a:pt x="3845713" y="13397"/>
                    <a:pt x="3845713" y="29923"/>
                  </a:cubicBezTo>
                  <a:lnTo>
                    <a:pt x="3845713" y="1599878"/>
                  </a:lnTo>
                  <a:cubicBezTo>
                    <a:pt x="3845713" y="1607814"/>
                    <a:pt x="3842561" y="1615425"/>
                    <a:pt x="3836949" y="1621037"/>
                  </a:cubicBezTo>
                  <a:cubicBezTo>
                    <a:pt x="3831337" y="1626648"/>
                    <a:pt x="3823727" y="1629801"/>
                    <a:pt x="3815791" y="1629801"/>
                  </a:cubicBezTo>
                  <a:lnTo>
                    <a:pt x="29923" y="1629801"/>
                  </a:lnTo>
                  <a:cubicBezTo>
                    <a:pt x="21987" y="1629801"/>
                    <a:pt x="14376" y="1626648"/>
                    <a:pt x="8764" y="1621037"/>
                  </a:cubicBezTo>
                  <a:cubicBezTo>
                    <a:pt x="3153" y="1615425"/>
                    <a:pt x="0" y="1607814"/>
                    <a:pt x="0" y="1599878"/>
                  </a:cubicBezTo>
                  <a:lnTo>
                    <a:pt x="0" y="29923"/>
                  </a:lnTo>
                  <a:cubicBezTo>
                    <a:pt x="0" y="21987"/>
                    <a:pt x="3153" y="14376"/>
                    <a:pt x="8764" y="8764"/>
                  </a:cubicBezTo>
                  <a:cubicBezTo>
                    <a:pt x="14376" y="3153"/>
                    <a:pt x="21987" y="0"/>
                    <a:pt x="29923" y="0"/>
                  </a:cubicBezTo>
                  <a:close/>
                </a:path>
              </a:pathLst>
            </a:custGeom>
            <a:solidFill>
              <a:srgbClr val="071330"/>
            </a:solidFill>
          </p:spPr>
        </p:sp>
        <p:sp>
          <p:nvSpPr>
            <p:cNvPr id="7" name="TextBox 7"/>
            <p:cNvSpPr txBox="1"/>
            <p:nvPr/>
          </p:nvSpPr>
          <p:spPr>
            <a:xfrm>
              <a:off x="0" y="-38100"/>
              <a:ext cx="3845713" cy="1667901"/>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97701" y="5729857"/>
            <a:ext cx="190900" cy="190900"/>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0" name="Group 10"/>
          <p:cNvGrpSpPr/>
          <p:nvPr/>
        </p:nvGrpSpPr>
        <p:grpSpPr>
          <a:xfrm>
            <a:off x="1747175" y="5729857"/>
            <a:ext cx="190900" cy="190900"/>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12" name="Group 12"/>
          <p:cNvGrpSpPr/>
          <p:nvPr/>
        </p:nvGrpSpPr>
        <p:grpSpPr>
          <a:xfrm>
            <a:off x="1995627" y="5729857"/>
            <a:ext cx="190900" cy="190900"/>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14" name="Group 14"/>
          <p:cNvGrpSpPr/>
          <p:nvPr/>
        </p:nvGrpSpPr>
        <p:grpSpPr>
          <a:xfrm>
            <a:off x="10205546" y="5729857"/>
            <a:ext cx="190900" cy="190900"/>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16" name="Group 16"/>
          <p:cNvGrpSpPr/>
          <p:nvPr/>
        </p:nvGrpSpPr>
        <p:grpSpPr>
          <a:xfrm>
            <a:off x="9559289" y="219367"/>
            <a:ext cx="8373262" cy="7543292"/>
            <a:chOff x="0" y="0"/>
            <a:chExt cx="2744378" cy="2472351"/>
          </a:xfrm>
        </p:grpSpPr>
        <p:sp>
          <p:nvSpPr>
            <p:cNvPr id="17" name="Freeform 17"/>
            <p:cNvSpPr/>
            <p:nvPr/>
          </p:nvSpPr>
          <p:spPr>
            <a:xfrm>
              <a:off x="0" y="0"/>
              <a:ext cx="2744378" cy="2472351"/>
            </a:xfrm>
            <a:custGeom>
              <a:avLst/>
              <a:gdLst/>
              <a:ahLst/>
              <a:cxnLst/>
              <a:rect l="l" t="t" r="r" b="b"/>
              <a:pathLst>
                <a:path w="2744378" h="2472351">
                  <a:moveTo>
                    <a:pt x="15718" y="0"/>
                  </a:moveTo>
                  <a:lnTo>
                    <a:pt x="2728660" y="0"/>
                  </a:lnTo>
                  <a:cubicBezTo>
                    <a:pt x="2732829" y="0"/>
                    <a:pt x="2736827" y="1656"/>
                    <a:pt x="2739774" y="4604"/>
                  </a:cubicBezTo>
                  <a:cubicBezTo>
                    <a:pt x="2742722" y="7551"/>
                    <a:pt x="2744378" y="11549"/>
                    <a:pt x="2744378" y="15718"/>
                  </a:cubicBezTo>
                  <a:lnTo>
                    <a:pt x="2744378" y="2456633"/>
                  </a:lnTo>
                  <a:cubicBezTo>
                    <a:pt x="2744378" y="2460802"/>
                    <a:pt x="2742722" y="2464800"/>
                    <a:pt x="2739774" y="2467748"/>
                  </a:cubicBezTo>
                  <a:cubicBezTo>
                    <a:pt x="2736827" y="2470695"/>
                    <a:pt x="2732829" y="2472351"/>
                    <a:pt x="2728660" y="2472351"/>
                  </a:cubicBezTo>
                  <a:lnTo>
                    <a:pt x="15718" y="2472351"/>
                  </a:lnTo>
                  <a:cubicBezTo>
                    <a:pt x="11549" y="2472351"/>
                    <a:pt x="7551" y="2470695"/>
                    <a:pt x="4604" y="2467748"/>
                  </a:cubicBezTo>
                  <a:cubicBezTo>
                    <a:pt x="1656" y="2464800"/>
                    <a:pt x="0" y="2460802"/>
                    <a:pt x="0" y="2456633"/>
                  </a:cubicBezTo>
                  <a:lnTo>
                    <a:pt x="0" y="15718"/>
                  </a:lnTo>
                  <a:cubicBezTo>
                    <a:pt x="0" y="11549"/>
                    <a:pt x="1656" y="7551"/>
                    <a:pt x="4604" y="4604"/>
                  </a:cubicBezTo>
                  <a:cubicBezTo>
                    <a:pt x="7551" y="1656"/>
                    <a:pt x="11549" y="0"/>
                    <a:pt x="15718" y="0"/>
                  </a:cubicBezTo>
                  <a:close/>
                </a:path>
              </a:pathLst>
            </a:custGeom>
            <a:solidFill>
              <a:srgbClr val="FFFFFF"/>
            </a:solidFill>
          </p:spPr>
        </p:sp>
        <p:sp>
          <p:nvSpPr>
            <p:cNvPr id="18" name="TextBox 18"/>
            <p:cNvSpPr txBox="1"/>
            <p:nvPr/>
          </p:nvSpPr>
          <p:spPr>
            <a:xfrm>
              <a:off x="0" y="-38100"/>
              <a:ext cx="2744378" cy="2510451"/>
            </a:xfrm>
            <a:prstGeom prst="rect">
              <a:avLst/>
            </a:prstGeom>
          </p:spPr>
          <p:txBody>
            <a:bodyPr lIns="50800" tIns="50800" rIns="50800" bIns="50800" rtlCol="0" anchor="ctr"/>
            <a:lstStyle/>
            <a:p>
              <a:pPr algn="ctr">
                <a:lnSpc>
                  <a:spcPts val="2659"/>
                </a:lnSpc>
                <a:spcBef>
                  <a:spcPct val="0"/>
                </a:spcBef>
              </a:pPr>
              <a:endParaRPr/>
            </a:p>
          </p:txBody>
        </p:sp>
      </p:grpSp>
      <p:grpSp>
        <p:nvGrpSpPr>
          <p:cNvPr id="19" name="Group 19"/>
          <p:cNvGrpSpPr/>
          <p:nvPr/>
        </p:nvGrpSpPr>
        <p:grpSpPr>
          <a:xfrm>
            <a:off x="9966125" y="749432"/>
            <a:ext cx="279268" cy="279268"/>
            <a:chOff x="0" y="0"/>
            <a:chExt cx="6350000" cy="6350000"/>
          </a:xfrm>
        </p:grpSpPr>
        <p:sp>
          <p:nvSpPr>
            <p:cNvPr id="20" name="Freeform 2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21" name="Group 21"/>
          <p:cNvGrpSpPr/>
          <p:nvPr/>
        </p:nvGrpSpPr>
        <p:grpSpPr>
          <a:xfrm>
            <a:off x="10396446" y="749432"/>
            <a:ext cx="279268" cy="279268"/>
            <a:chOff x="0" y="0"/>
            <a:chExt cx="6350000" cy="6350000"/>
          </a:xfrm>
        </p:grpSpPr>
        <p:sp>
          <p:nvSpPr>
            <p:cNvPr id="22" name="Freeform 2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3" name="Group 23"/>
          <p:cNvGrpSpPr/>
          <p:nvPr/>
        </p:nvGrpSpPr>
        <p:grpSpPr>
          <a:xfrm>
            <a:off x="10828114" y="749432"/>
            <a:ext cx="279268" cy="279268"/>
            <a:chOff x="0" y="0"/>
            <a:chExt cx="6350000" cy="6350000"/>
          </a:xfrm>
        </p:grpSpPr>
        <p:sp>
          <p:nvSpPr>
            <p:cNvPr id="24" name="Freeform 2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25" name="Group 25"/>
          <p:cNvGrpSpPr/>
          <p:nvPr/>
        </p:nvGrpSpPr>
        <p:grpSpPr>
          <a:xfrm>
            <a:off x="9128669" y="2180103"/>
            <a:ext cx="154224" cy="154224"/>
            <a:chOff x="0" y="0"/>
            <a:chExt cx="6350000" cy="6350000"/>
          </a:xfrm>
        </p:grpSpPr>
        <p:sp>
          <p:nvSpPr>
            <p:cNvPr id="26" name="Freeform 2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id="27" name="Freeform 27"/>
          <p:cNvSpPr/>
          <p:nvPr/>
        </p:nvSpPr>
        <p:spPr>
          <a:xfrm>
            <a:off x="10074549" y="1267196"/>
            <a:ext cx="7342742" cy="6103655"/>
          </a:xfrm>
          <a:custGeom>
            <a:avLst/>
            <a:gdLst/>
            <a:ahLst/>
            <a:cxnLst/>
            <a:rect l="l" t="t" r="r" b="b"/>
            <a:pathLst>
              <a:path w="7342742" h="6103655">
                <a:moveTo>
                  <a:pt x="0" y="0"/>
                </a:moveTo>
                <a:lnTo>
                  <a:pt x="7342742" y="0"/>
                </a:lnTo>
                <a:lnTo>
                  <a:pt x="7342742" y="6103654"/>
                </a:lnTo>
                <a:lnTo>
                  <a:pt x="0" y="6103654"/>
                </a:lnTo>
                <a:lnTo>
                  <a:pt x="0" y="0"/>
                </a:lnTo>
                <a:close/>
              </a:path>
            </a:pathLst>
          </a:custGeom>
          <a:blipFill>
            <a:blip r:embed="rId4"/>
            <a:stretch>
              <a:fillRect/>
            </a:stretch>
          </a:blipFill>
        </p:spPr>
      </p:sp>
      <p:sp>
        <p:nvSpPr>
          <p:cNvPr id="28" name="TextBox 28"/>
          <p:cNvSpPr txBox="1"/>
          <p:nvPr/>
        </p:nvSpPr>
        <p:spPr>
          <a:xfrm>
            <a:off x="1028700" y="1284995"/>
            <a:ext cx="6842606" cy="3095551"/>
          </a:xfrm>
          <a:prstGeom prst="rect">
            <a:avLst/>
          </a:prstGeom>
        </p:spPr>
        <p:txBody>
          <a:bodyPr lIns="0" tIns="0" rIns="0" bIns="0" rtlCol="0" anchor="t">
            <a:spAutoFit/>
          </a:bodyPr>
          <a:lstStyle/>
          <a:p>
            <a:pPr algn="l">
              <a:lnSpc>
                <a:spcPts val="8125"/>
              </a:lnSpc>
            </a:pPr>
            <a:r>
              <a:rPr lang="en-US" sz="7813" b="1">
                <a:solidFill>
                  <a:srgbClr val="FFFFFF"/>
                </a:solidFill>
                <a:latin typeface="IBM Plex Mono Bold"/>
                <a:ea typeface="IBM Plex Mono Bold"/>
                <a:cs typeface="IBM Plex Mono Bold"/>
                <a:sym typeface="IBM Plex Mono Bold"/>
              </a:rPr>
              <a:t>INNOVATION:Login via pin code</a:t>
            </a:r>
          </a:p>
        </p:txBody>
      </p:sp>
      <p:sp>
        <p:nvSpPr>
          <p:cNvPr id="29" name="TextBox 29"/>
          <p:cNvSpPr txBox="1"/>
          <p:nvPr/>
        </p:nvSpPr>
        <p:spPr>
          <a:xfrm>
            <a:off x="1497701" y="6592215"/>
            <a:ext cx="6938505" cy="1557271"/>
          </a:xfrm>
          <a:prstGeom prst="rect">
            <a:avLst/>
          </a:prstGeom>
        </p:spPr>
        <p:txBody>
          <a:bodyPr lIns="0" tIns="0" rIns="0" bIns="0" rtlCol="0" anchor="t">
            <a:spAutoFit/>
          </a:bodyPr>
          <a:lstStyle/>
          <a:p>
            <a:pPr algn="l">
              <a:lnSpc>
                <a:spcPts val="2488"/>
              </a:lnSpc>
            </a:pPr>
            <a:r>
              <a:rPr lang="en-US" sz="2006">
                <a:solidFill>
                  <a:srgbClr val="FFFFFF"/>
                </a:solidFill>
                <a:latin typeface="IBM Plex Mono"/>
                <a:ea typeface="IBM Plex Mono"/>
                <a:cs typeface="IBM Plex Mono"/>
                <a:sym typeface="IBM Plex Mono"/>
              </a:rPr>
              <a:t>When we launch the game, we are greeted by such a window and asked to enter a pin code.</a:t>
            </a:r>
          </a:p>
          <a:p>
            <a:pPr algn="l">
              <a:lnSpc>
                <a:spcPts val="2488"/>
              </a:lnSpc>
            </a:pPr>
            <a:endParaRPr lang="en-US" sz="2006">
              <a:solidFill>
                <a:srgbClr val="FFFFFF"/>
              </a:solidFill>
              <a:latin typeface="IBM Plex Mono"/>
              <a:ea typeface="IBM Plex Mono"/>
              <a:cs typeface="IBM Plex Mono"/>
              <a:sym typeface="IBM Plex Mono"/>
            </a:endParaRPr>
          </a:p>
          <a:p>
            <a:pPr algn="l">
              <a:lnSpc>
                <a:spcPts val="2488"/>
              </a:lnSpc>
            </a:pPr>
            <a:r>
              <a:rPr lang="en-US" sz="2006">
                <a:solidFill>
                  <a:srgbClr val="FFFFFF"/>
                </a:solidFill>
                <a:latin typeface="IBM Plex Mono"/>
                <a:ea typeface="IBM Plex Mono"/>
                <a:cs typeface="IBM Plex Mono"/>
                <a:sym typeface="IBM Plex Mono"/>
              </a:rPr>
              <a:t> I suppose this is the innovation and relevance of my project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CF60"/>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9238619" y="1028700"/>
            <a:ext cx="8020681" cy="4340222"/>
            <a:chOff x="0" y="0"/>
            <a:chExt cx="3845713" cy="2081026"/>
          </a:xfrm>
        </p:grpSpPr>
        <p:sp>
          <p:nvSpPr>
            <p:cNvPr id="6" name="Freeform 6"/>
            <p:cNvSpPr/>
            <p:nvPr/>
          </p:nvSpPr>
          <p:spPr>
            <a:xfrm>
              <a:off x="0" y="0"/>
              <a:ext cx="3845713" cy="2081026"/>
            </a:xfrm>
            <a:custGeom>
              <a:avLst/>
              <a:gdLst/>
              <a:ahLst/>
              <a:cxnLst/>
              <a:rect l="l" t="t" r="r" b="b"/>
              <a:pathLst>
                <a:path w="3845713" h="2081026">
                  <a:moveTo>
                    <a:pt x="29923" y="0"/>
                  </a:moveTo>
                  <a:lnTo>
                    <a:pt x="3815791" y="0"/>
                  </a:lnTo>
                  <a:cubicBezTo>
                    <a:pt x="3832316" y="0"/>
                    <a:pt x="3845713" y="13397"/>
                    <a:pt x="3845713" y="29923"/>
                  </a:cubicBezTo>
                  <a:lnTo>
                    <a:pt x="3845713" y="2051104"/>
                  </a:lnTo>
                  <a:cubicBezTo>
                    <a:pt x="3845713" y="2059040"/>
                    <a:pt x="3842561" y="2066651"/>
                    <a:pt x="3836949" y="2072262"/>
                  </a:cubicBezTo>
                  <a:cubicBezTo>
                    <a:pt x="3831337" y="2077874"/>
                    <a:pt x="3823727" y="2081026"/>
                    <a:pt x="3815791" y="2081026"/>
                  </a:cubicBezTo>
                  <a:lnTo>
                    <a:pt x="29923" y="2081026"/>
                  </a:lnTo>
                  <a:cubicBezTo>
                    <a:pt x="21987" y="2081026"/>
                    <a:pt x="14376" y="2077874"/>
                    <a:pt x="8764" y="2072262"/>
                  </a:cubicBezTo>
                  <a:cubicBezTo>
                    <a:pt x="3153" y="2066651"/>
                    <a:pt x="0" y="2059040"/>
                    <a:pt x="0" y="2051104"/>
                  </a:cubicBezTo>
                  <a:lnTo>
                    <a:pt x="0" y="29923"/>
                  </a:lnTo>
                  <a:cubicBezTo>
                    <a:pt x="0" y="21987"/>
                    <a:pt x="3153" y="14376"/>
                    <a:pt x="8764" y="8764"/>
                  </a:cubicBezTo>
                  <a:cubicBezTo>
                    <a:pt x="14376" y="3153"/>
                    <a:pt x="21987" y="0"/>
                    <a:pt x="29923" y="0"/>
                  </a:cubicBezTo>
                  <a:close/>
                </a:path>
              </a:pathLst>
            </a:custGeom>
            <a:solidFill>
              <a:srgbClr val="071330"/>
            </a:solidFill>
          </p:spPr>
        </p:sp>
        <p:sp>
          <p:nvSpPr>
            <p:cNvPr id="7" name="TextBox 7"/>
            <p:cNvSpPr txBox="1"/>
            <p:nvPr/>
          </p:nvSpPr>
          <p:spPr>
            <a:xfrm>
              <a:off x="0" y="-38100"/>
              <a:ext cx="3845713" cy="211912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9707620" y="1309770"/>
            <a:ext cx="190900" cy="190900"/>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0" name="Group 10"/>
          <p:cNvGrpSpPr/>
          <p:nvPr/>
        </p:nvGrpSpPr>
        <p:grpSpPr>
          <a:xfrm>
            <a:off x="9957094" y="1309770"/>
            <a:ext cx="190900" cy="190900"/>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12" name="Group 12"/>
          <p:cNvGrpSpPr/>
          <p:nvPr/>
        </p:nvGrpSpPr>
        <p:grpSpPr>
          <a:xfrm>
            <a:off x="10205546" y="1309770"/>
            <a:ext cx="190900" cy="190900"/>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14" name="Group 14"/>
          <p:cNvGrpSpPr/>
          <p:nvPr/>
        </p:nvGrpSpPr>
        <p:grpSpPr>
          <a:xfrm>
            <a:off x="465080" y="2440069"/>
            <a:ext cx="8678920" cy="7162618"/>
            <a:chOff x="0" y="0"/>
            <a:chExt cx="2744378" cy="2264905"/>
          </a:xfrm>
        </p:grpSpPr>
        <p:sp>
          <p:nvSpPr>
            <p:cNvPr id="15" name="Freeform 15"/>
            <p:cNvSpPr/>
            <p:nvPr/>
          </p:nvSpPr>
          <p:spPr>
            <a:xfrm>
              <a:off x="0" y="0"/>
              <a:ext cx="2744378" cy="2264905"/>
            </a:xfrm>
            <a:custGeom>
              <a:avLst/>
              <a:gdLst/>
              <a:ahLst/>
              <a:cxnLst/>
              <a:rect l="l" t="t" r="r" b="b"/>
              <a:pathLst>
                <a:path w="2744378" h="2264905">
                  <a:moveTo>
                    <a:pt x="15165" y="0"/>
                  </a:moveTo>
                  <a:lnTo>
                    <a:pt x="2729214" y="0"/>
                  </a:lnTo>
                  <a:cubicBezTo>
                    <a:pt x="2733235" y="0"/>
                    <a:pt x="2737093" y="1598"/>
                    <a:pt x="2739937" y="4442"/>
                  </a:cubicBezTo>
                  <a:cubicBezTo>
                    <a:pt x="2742780" y="7286"/>
                    <a:pt x="2744378" y="11143"/>
                    <a:pt x="2744378" y="15165"/>
                  </a:cubicBezTo>
                  <a:lnTo>
                    <a:pt x="2744378" y="2249741"/>
                  </a:lnTo>
                  <a:cubicBezTo>
                    <a:pt x="2744378" y="2258116"/>
                    <a:pt x="2737589" y="2264905"/>
                    <a:pt x="2729214" y="2264905"/>
                  </a:cubicBezTo>
                  <a:lnTo>
                    <a:pt x="15165" y="2264905"/>
                  </a:lnTo>
                  <a:cubicBezTo>
                    <a:pt x="6789" y="2264905"/>
                    <a:pt x="0" y="2258116"/>
                    <a:pt x="0" y="2249741"/>
                  </a:cubicBezTo>
                  <a:lnTo>
                    <a:pt x="0" y="15165"/>
                  </a:lnTo>
                  <a:cubicBezTo>
                    <a:pt x="0" y="11143"/>
                    <a:pt x="1598" y="7286"/>
                    <a:pt x="4442" y="4442"/>
                  </a:cubicBezTo>
                  <a:cubicBezTo>
                    <a:pt x="7286" y="1598"/>
                    <a:pt x="11143" y="0"/>
                    <a:pt x="15165" y="0"/>
                  </a:cubicBezTo>
                  <a:close/>
                </a:path>
              </a:pathLst>
            </a:custGeom>
            <a:solidFill>
              <a:srgbClr val="FFFFFF"/>
            </a:solidFill>
          </p:spPr>
        </p:sp>
        <p:sp>
          <p:nvSpPr>
            <p:cNvPr id="16" name="TextBox 16"/>
            <p:cNvSpPr txBox="1"/>
            <p:nvPr/>
          </p:nvSpPr>
          <p:spPr>
            <a:xfrm>
              <a:off x="0" y="-38100"/>
              <a:ext cx="2744378" cy="2303005"/>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883969" y="2909348"/>
            <a:ext cx="289463" cy="289463"/>
            <a:chOff x="0" y="0"/>
            <a:chExt cx="6350000" cy="6350000"/>
          </a:xfrm>
        </p:grpSpPr>
        <p:sp>
          <p:nvSpPr>
            <p:cNvPr id="18" name="Freeform 1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9" name="Group 19"/>
          <p:cNvGrpSpPr/>
          <p:nvPr/>
        </p:nvGrpSpPr>
        <p:grpSpPr>
          <a:xfrm>
            <a:off x="1320727" y="2909348"/>
            <a:ext cx="289463" cy="289463"/>
            <a:chOff x="0" y="0"/>
            <a:chExt cx="6350000" cy="6350000"/>
          </a:xfrm>
        </p:grpSpPr>
        <p:sp>
          <p:nvSpPr>
            <p:cNvPr id="20" name="Freeform 2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1" name="Group 21"/>
          <p:cNvGrpSpPr/>
          <p:nvPr/>
        </p:nvGrpSpPr>
        <p:grpSpPr>
          <a:xfrm>
            <a:off x="1753064" y="2909348"/>
            <a:ext cx="289463" cy="289463"/>
            <a:chOff x="0" y="0"/>
            <a:chExt cx="6350000" cy="6350000"/>
          </a:xfrm>
        </p:grpSpPr>
        <p:sp>
          <p:nvSpPr>
            <p:cNvPr id="22" name="Freeform 2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id="23" name="Freeform 23"/>
          <p:cNvSpPr/>
          <p:nvPr/>
        </p:nvSpPr>
        <p:spPr>
          <a:xfrm>
            <a:off x="937795" y="3421003"/>
            <a:ext cx="7733490" cy="5837297"/>
          </a:xfrm>
          <a:custGeom>
            <a:avLst/>
            <a:gdLst/>
            <a:ahLst/>
            <a:cxnLst/>
            <a:rect l="l" t="t" r="r" b="b"/>
            <a:pathLst>
              <a:path w="7733490" h="5837297">
                <a:moveTo>
                  <a:pt x="0" y="0"/>
                </a:moveTo>
                <a:lnTo>
                  <a:pt x="7733490" y="0"/>
                </a:lnTo>
                <a:lnTo>
                  <a:pt x="7733490" y="5837297"/>
                </a:lnTo>
                <a:lnTo>
                  <a:pt x="0" y="5837297"/>
                </a:lnTo>
                <a:lnTo>
                  <a:pt x="0" y="0"/>
                </a:lnTo>
                <a:close/>
              </a:path>
            </a:pathLst>
          </a:custGeom>
          <a:blipFill>
            <a:blip r:embed="rId4"/>
            <a:stretch>
              <a:fillRect l="-2350" r="-3742" b="-14728"/>
            </a:stretch>
          </a:blipFill>
        </p:spPr>
      </p:sp>
      <p:sp>
        <p:nvSpPr>
          <p:cNvPr id="24" name="TextBox 24"/>
          <p:cNvSpPr txBox="1"/>
          <p:nvPr/>
        </p:nvSpPr>
        <p:spPr>
          <a:xfrm>
            <a:off x="1028700" y="1143000"/>
            <a:ext cx="7160502" cy="1024391"/>
          </a:xfrm>
          <a:prstGeom prst="rect">
            <a:avLst/>
          </a:prstGeom>
        </p:spPr>
        <p:txBody>
          <a:bodyPr lIns="0" tIns="0" rIns="0" bIns="0" rtlCol="0" anchor="t">
            <a:spAutoFit/>
          </a:bodyPr>
          <a:lstStyle/>
          <a:p>
            <a:pPr algn="l">
              <a:lnSpc>
                <a:spcPts val="7848"/>
              </a:lnSpc>
            </a:pPr>
            <a:r>
              <a:rPr lang="en-US" sz="7546" b="1">
                <a:solidFill>
                  <a:srgbClr val="071330"/>
                </a:solidFill>
                <a:latin typeface="IBM Plex Mono Bold"/>
                <a:ea typeface="IBM Plex Mono Bold"/>
                <a:cs typeface="IBM Plex Mono Bold"/>
                <a:sym typeface="IBM Plex Mono Bold"/>
              </a:rPr>
              <a:t>Menu:</a:t>
            </a:r>
          </a:p>
        </p:txBody>
      </p:sp>
      <p:sp>
        <p:nvSpPr>
          <p:cNvPr id="25" name="TextBox 25"/>
          <p:cNvSpPr txBox="1"/>
          <p:nvPr/>
        </p:nvSpPr>
        <p:spPr>
          <a:xfrm>
            <a:off x="9473120" y="1854476"/>
            <a:ext cx="7551680" cy="3133055"/>
          </a:xfrm>
          <a:prstGeom prst="rect">
            <a:avLst/>
          </a:prstGeom>
        </p:spPr>
        <p:txBody>
          <a:bodyPr lIns="0" tIns="0" rIns="0" bIns="0" rtlCol="0" anchor="t">
            <a:spAutoFit/>
          </a:bodyPr>
          <a:lstStyle/>
          <a:p>
            <a:pPr algn="l">
              <a:lnSpc>
                <a:spcPts val="2488"/>
              </a:lnSpc>
            </a:pPr>
            <a:r>
              <a:rPr lang="en-US" sz="2006">
                <a:solidFill>
                  <a:srgbClr val="FFFFFF"/>
                </a:solidFill>
                <a:latin typeface="IBM Plex Mono"/>
                <a:ea typeface="IBM Plex Mono"/>
                <a:cs typeface="IBM Plex Mono"/>
                <a:sym typeface="IBM Plex Mono"/>
              </a:rPr>
              <a:t>When you enter the correct PIN code, you will be redirected to the menu</a:t>
            </a:r>
          </a:p>
          <a:p>
            <a:pPr algn="l">
              <a:lnSpc>
                <a:spcPts val="2488"/>
              </a:lnSpc>
            </a:pPr>
            <a:endParaRPr lang="en-US" sz="2006">
              <a:solidFill>
                <a:srgbClr val="FFFFFF"/>
              </a:solidFill>
              <a:latin typeface="IBM Plex Mono"/>
              <a:ea typeface="IBM Plex Mono"/>
              <a:cs typeface="IBM Plex Mono"/>
              <a:sym typeface="IBM Plex Mono"/>
            </a:endParaRPr>
          </a:p>
          <a:p>
            <a:pPr algn="l">
              <a:lnSpc>
                <a:spcPts val="2488"/>
              </a:lnSpc>
            </a:pPr>
            <a:r>
              <a:rPr lang="en-US" sz="2006">
                <a:solidFill>
                  <a:srgbClr val="FFFFFF"/>
                </a:solidFill>
                <a:latin typeface="IBM Plex Mono"/>
                <a:ea typeface="IBM Plex Mono"/>
                <a:cs typeface="IBM Plex Mono"/>
                <a:sym typeface="IBM Plex Mono"/>
              </a:rPr>
              <a:t>You are greeted by a beautiful menu with enticing music.</a:t>
            </a:r>
          </a:p>
          <a:p>
            <a:pPr algn="l">
              <a:lnSpc>
                <a:spcPts val="2488"/>
              </a:lnSpc>
            </a:pPr>
            <a:endParaRPr lang="en-US" sz="2006">
              <a:solidFill>
                <a:srgbClr val="FFFFFF"/>
              </a:solidFill>
              <a:latin typeface="IBM Plex Mono"/>
              <a:ea typeface="IBM Plex Mono"/>
              <a:cs typeface="IBM Plex Mono"/>
              <a:sym typeface="IBM Plex Mono"/>
            </a:endParaRPr>
          </a:p>
          <a:p>
            <a:pPr algn="l">
              <a:lnSpc>
                <a:spcPts val="2488"/>
              </a:lnSpc>
            </a:pPr>
            <a:r>
              <a:rPr lang="en-US" sz="2006">
                <a:solidFill>
                  <a:srgbClr val="FFFFFF"/>
                </a:solidFill>
                <a:latin typeface="IBM Plex Mono"/>
                <a:ea typeface="IBM Plex Mono"/>
                <a:cs typeface="IBM Plex Mono"/>
                <a:sym typeface="IBM Plex Mono"/>
              </a:rPr>
              <a:t>You are offered 3 games: </a:t>
            </a:r>
          </a:p>
          <a:p>
            <a:pPr algn="l">
              <a:lnSpc>
                <a:spcPts val="2488"/>
              </a:lnSpc>
            </a:pPr>
            <a:r>
              <a:rPr lang="en-US" sz="2006" b="1">
                <a:solidFill>
                  <a:srgbClr val="FFFFFF"/>
                </a:solidFill>
                <a:latin typeface="IBM Plex Mono Bold"/>
                <a:ea typeface="IBM Plex Mono Bold"/>
                <a:cs typeface="IBM Plex Mono Bold"/>
                <a:sym typeface="IBM Plex Mono Bold"/>
              </a:rPr>
              <a:t>1. Falling Shapes, 2. Box Breaker, 3. DVD Bounce</a:t>
            </a:r>
          </a:p>
          <a:p>
            <a:pPr algn="l">
              <a:lnSpc>
                <a:spcPts val="2488"/>
              </a:lnSpc>
            </a:pPr>
            <a:endParaRPr lang="en-US" sz="2006" b="1">
              <a:solidFill>
                <a:srgbClr val="FFFFFF"/>
              </a:solidFill>
              <a:latin typeface="IBM Plex Mono Bold"/>
              <a:ea typeface="IBM Plex Mono Bold"/>
              <a:cs typeface="IBM Plex Mono Bold"/>
              <a:sym typeface="IBM Plex Mono Bold"/>
            </a:endParaRPr>
          </a:p>
          <a:p>
            <a:pPr algn="l">
              <a:lnSpc>
                <a:spcPts val="2488"/>
              </a:lnSpc>
            </a:pPr>
            <a:r>
              <a:rPr lang="en-US" sz="2006" b="1">
                <a:solidFill>
                  <a:srgbClr val="FFFFFF"/>
                </a:solidFill>
                <a:latin typeface="IBM Plex Mono Bold"/>
                <a:ea typeface="IBM Plex Mono Bold"/>
                <a:cs typeface="IBM Plex Mono Bold"/>
                <a:sym typeface="IBM Plex Mono Bold"/>
              </a:rPr>
              <a:t>a</a:t>
            </a:r>
            <a:r>
              <a:rPr lang="en-US" sz="2006">
                <a:solidFill>
                  <a:srgbClr val="FFFFFF"/>
                </a:solidFill>
                <a:latin typeface="IBM Plex Mono"/>
                <a:ea typeface="IBM Plex Mono"/>
                <a:cs typeface="IBM Plex Mono"/>
                <a:sym typeface="IBM Plex Mono"/>
              </a:rPr>
              <a:t>nd there is a button to </a:t>
            </a:r>
            <a:r>
              <a:rPr lang="en-US" sz="2006" b="1">
                <a:solidFill>
                  <a:srgbClr val="FFFFFF"/>
                </a:solidFill>
                <a:latin typeface="IBM Plex Mono Bold"/>
                <a:ea typeface="IBM Plex Mono Bold"/>
                <a:cs typeface="IBM Plex Mono Bold"/>
                <a:sym typeface="IBM Plex Mono Bold"/>
              </a:rPr>
              <a:t>exit (QUIT)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531581" y="5020192"/>
            <a:ext cx="8020681" cy="3528943"/>
            <a:chOff x="0" y="0"/>
            <a:chExt cx="3845713" cy="1692039"/>
          </a:xfrm>
        </p:grpSpPr>
        <p:sp>
          <p:nvSpPr>
            <p:cNvPr id="6" name="Freeform 6"/>
            <p:cNvSpPr/>
            <p:nvPr/>
          </p:nvSpPr>
          <p:spPr>
            <a:xfrm>
              <a:off x="0" y="0"/>
              <a:ext cx="3845713" cy="1692039"/>
            </a:xfrm>
            <a:custGeom>
              <a:avLst/>
              <a:gdLst/>
              <a:ahLst/>
              <a:cxnLst/>
              <a:rect l="l" t="t" r="r" b="b"/>
              <a:pathLst>
                <a:path w="3845713" h="1692039">
                  <a:moveTo>
                    <a:pt x="29923" y="0"/>
                  </a:moveTo>
                  <a:lnTo>
                    <a:pt x="3815791" y="0"/>
                  </a:lnTo>
                  <a:cubicBezTo>
                    <a:pt x="3832316" y="0"/>
                    <a:pt x="3845713" y="13397"/>
                    <a:pt x="3845713" y="29923"/>
                  </a:cubicBezTo>
                  <a:lnTo>
                    <a:pt x="3845713" y="1662116"/>
                  </a:lnTo>
                  <a:cubicBezTo>
                    <a:pt x="3845713" y="1670052"/>
                    <a:pt x="3842561" y="1677663"/>
                    <a:pt x="3836949" y="1683275"/>
                  </a:cubicBezTo>
                  <a:cubicBezTo>
                    <a:pt x="3831337" y="1688886"/>
                    <a:pt x="3823727" y="1692039"/>
                    <a:pt x="3815791" y="1692039"/>
                  </a:cubicBezTo>
                  <a:lnTo>
                    <a:pt x="29923" y="1692039"/>
                  </a:lnTo>
                  <a:cubicBezTo>
                    <a:pt x="21987" y="1692039"/>
                    <a:pt x="14376" y="1688886"/>
                    <a:pt x="8764" y="1683275"/>
                  </a:cubicBezTo>
                  <a:cubicBezTo>
                    <a:pt x="3153" y="1677663"/>
                    <a:pt x="0" y="1670052"/>
                    <a:pt x="0" y="1662116"/>
                  </a:cubicBezTo>
                  <a:lnTo>
                    <a:pt x="0" y="29923"/>
                  </a:lnTo>
                  <a:cubicBezTo>
                    <a:pt x="0" y="21987"/>
                    <a:pt x="3153" y="14376"/>
                    <a:pt x="8764" y="8764"/>
                  </a:cubicBezTo>
                  <a:cubicBezTo>
                    <a:pt x="14376" y="3153"/>
                    <a:pt x="21987" y="0"/>
                    <a:pt x="29923" y="0"/>
                  </a:cubicBezTo>
                  <a:close/>
                </a:path>
              </a:pathLst>
            </a:custGeom>
            <a:solidFill>
              <a:srgbClr val="071330"/>
            </a:solidFill>
          </p:spPr>
        </p:sp>
        <p:sp>
          <p:nvSpPr>
            <p:cNvPr id="7" name="TextBox 7"/>
            <p:cNvSpPr txBox="1"/>
            <p:nvPr/>
          </p:nvSpPr>
          <p:spPr>
            <a:xfrm>
              <a:off x="0" y="-38100"/>
              <a:ext cx="3845713" cy="1730139"/>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531581" y="3576837"/>
            <a:ext cx="7160502" cy="1024391"/>
          </a:xfrm>
          <a:prstGeom prst="rect">
            <a:avLst/>
          </a:prstGeom>
        </p:spPr>
        <p:txBody>
          <a:bodyPr lIns="0" tIns="0" rIns="0" bIns="0" rtlCol="0" anchor="t">
            <a:spAutoFit/>
          </a:bodyPr>
          <a:lstStyle/>
          <a:p>
            <a:pPr algn="l">
              <a:lnSpc>
                <a:spcPts val="7848"/>
              </a:lnSpc>
            </a:pPr>
            <a:r>
              <a:rPr lang="en-US" sz="7546" b="1">
                <a:solidFill>
                  <a:srgbClr val="FFFFFF"/>
                </a:solidFill>
                <a:latin typeface="IBM Plex Mono Bold"/>
                <a:ea typeface="IBM Plex Mono Bold"/>
                <a:cs typeface="IBM Plex Mono Bold"/>
                <a:sym typeface="IBM Plex Mono Bold"/>
              </a:rPr>
              <a:t>Oops! Bugs!</a:t>
            </a:r>
          </a:p>
        </p:txBody>
      </p:sp>
      <p:sp>
        <p:nvSpPr>
          <p:cNvPr id="9" name="TextBox 9"/>
          <p:cNvSpPr txBox="1"/>
          <p:nvPr/>
        </p:nvSpPr>
        <p:spPr>
          <a:xfrm>
            <a:off x="2000582" y="6163620"/>
            <a:ext cx="6938505" cy="1557271"/>
          </a:xfrm>
          <a:prstGeom prst="rect">
            <a:avLst/>
          </a:prstGeom>
        </p:spPr>
        <p:txBody>
          <a:bodyPr lIns="0" tIns="0" rIns="0" bIns="0" rtlCol="0" anchor="t">
            <a:spAutoFit/>
          </a:bodyPr>
          <a:lstStyle/>
          <a:p>
            <a:pPr algn="l">
              <a:lnSpc>
                <a:spcPts val="2488"/>
              </a:lnSpc>
            </a:pPr>
            <a:r>
              <a:rPr lang="en-US" sz="2006">
                <a:solidFill>
                  <a:srgbClr val="FFFFFF"/>
                </a:solidFill>
                <a:latin typeface="IBM Plex Mono"/>
                <a:ea typeface="IBM Plex Mono"/>
                <a:cs typeface="IBM Plex Mono"/>
                <a:sym typeface="IBM Plex Mono"/>
              </a:rPr>
              <a:t>Everyone makes mistakes, even programmers! Sometimes there are errors in the code, called "bugs." Programmers need to find and fix these bugs to make their programs work properly. It's like being a detective!</a:t>
            </a:r>
          </a:p>
        </p:txBody>
      </p:sp>
      <p:grpSp>
        <p:nvGrpSpPr>
          <p:cNvPr id="10" name="Group 10"/>
          <p:cNvGrpSpPr/>
          <p:nvPr/>
        </p:nvGrpSpPr>
        <p:grpSpPr>
          <a:xfrm>
            <a:off x="2000582" y="5301262"/>
            <a:ext cx="190900" cy="190900"/>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2" name="Group 12"/>
          <p:cNvGrpSpPr/>
          <p:nvPr/>
        </p:nvGrpSpPr>
        <p:grpSpPr>
          <a:xfrm>
            <a:off x="2250056" y="5301262"/>
            <a:ext cx="190900" cy="190900"/>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14" name="Group 14"/>
          <p:cNvGrpSpPr/>
          <p:nvPr/>
        </p:nvGrpSpPr>
        <p:grpSpPr>
          <a:xfrm>
            <a:off x="2498508" y="5301262"/>
            <a:ext cx="190900" cy="190900"/>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16" name="Group 16"/>
          <p:cNvGrpSpPr/>
          <p:nvPr/>
        </p:nvGrpSpPr>
        <p:grpSpPr>
          <a:xfrm>
            <a:off x="12089041" y="2380338"/>
            <a:ext cx="5170259" cy="3351846"/>
            <a:chOff x="0" y="0"/>
            <a:chExt cx="2744378" cy="1779163"/>
          </a:xfrm>
        </p:grpSpPr>
        <p:sp>
          <p:nvSpPr>
            <p:cNvPr id="17" name="Freeform 17"/>
            <p:cNvSpPr/>
            <p:nvPr/>
          </p:nvSpPr>
          <p:spPr>
            <a:xfrm>
              <a:off x="0" y="0"/>
              <a:ext cx="2744378" cy="1779163"/>
            </a:xfrm>
            <a:custGeom>
              <a:avLst/>
              <a:gdLst/>
              <a:ahLst/>
              <a:cxnLst/>
              <a:rect l="l" t="t" r="r" b="b"/>
              <a:pathLst>
                <a:path w="2744378" h="1779163">
                  <a:moveTo>
                    <a:pt x="25456" y="0"/>
                  </a:moveTo>
                  <a:lnTo>
                    <a:pt x="2718923" y="0"/>
                  </a:lnTo>
                  <a:cubicBezTo>
                    <a:pt x="2732981" y="0"/>
                    <a:pt x="2744378" y="11397"/>
                    <a:pt x="2744378" y="25456"/>
                  </a:cubicBezTo>
                  <a:lnTo>
                    <a:pt x="2744378" y="1753707"/>
                  </a:lnTo>
                  <a:cubicBezTo>
                    <a:pt x="2744378" y="1767766"/>
                    <a:pt x="2732981" y="1779163"/>
                    <a:pt x="2718923" y="1779163"/>
                  </a:cubicBezTo>
                  <a:lnTo>
                    <a:pt x="25456" y="1779163"/>
                  </a:lnTo>
                  <a:cubicBezTo>
                    <a:pt x="11397" y="1779163"/>
                    <a:pt x="0" y="1767766"/>
                    <a:pt x="0" y="1753707"/>
                  </a:cubicBezTo>
                  <a:lnTo>
                    <a:pt x="0" y="25456"/>
                  </a:lnTo>
                  <a:cubicBezTo>
                    <a:pt x="0" y="11397"/>
                    <a:pt x="11397" y="0"/>
                    <a:pt x="25456" y="0"/>
                  </a:cubicBezTo>
                  <a:close/>
                </a:path>
              </a:pathLst>
            </a:custGeom>
            <a:solidFill>
              <a:srgbClr val="071330"/>
            </a:solidFill>
          </p:spPr>
        </p:sp>
        <p:sp>
          <p:nvSpPr>
            <p:cNvPr id="18" name="TextBox 18"/>
            <p:cNvSpPr txBox="1"/>
            <p:nvPr/>
          </p:nvSpPr>
          <p:spPr>
            <a:xfrm>
              <a:off x="0" y="-38100"/>
              <a:ext cx="2744378" cy="1817263"/>
            </a:xfrm>
            <a:prstGeom prst="rect">
              <a:avLst/>
            </a:prstGeom>
          </p:spPr>
          <p:txBody>
            <a:bodyPr lIns="50800" tIns="50800" rIns="50800" bIns="50800" rtlCol="0" anchor="ctr"/>
            <a:lstStyle/>
            <a:p>
              <a:pPr algn="ctr">
                <a:lnSpc>
                  <a:spcPts val="2659"/>
                </a:lnSpc>
                <a:spcBef>
                  <a:spcPct val="0"/>
                </a:spcBef>
              </a:pPr>
              <a:endParaRPr/>
            </a:p>
          </p:txBody>
        </p:sp>
      </p:grpSp>
      <p:grpSp>
        <p:nvGrpSpPr>
          <p:cNvPr id="19" name="Group 19"/>
          <p:cNvGrpSpPr/>
          <p:nvPr/>
        </p:nvGrpSpPr>
        <p:grpSpPr>
          <a:xfrm>
            <a:off x="12426471" y="2634230"/>
            <a:ext cx="172440" cy="172440"/>
            <a:chOff x="0" y="0"/>
            <a:chExt cx="6350000" cy="6350000"/>
          </a:xfrm>
        </p:grpSpPr>
        <p:sp>
          <p:nvSpPr>
            <p:cNvPr id="20" name="Freeform 2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21" name="Group 21"/>
          <p:cNvGrpSpPr/>
          <p:nvPr/>
        </p:nvGrpSpPr>
        <p:grpSpPr>
          <a:xfrm>
            <a:off x="12651822" y="2634230"/>
            <a:ext cx="172440" cy="172440"/>
            <a:chOff x="0" y="0"/>
            <a:chExt cx="6350000" cy="6350000"/>
          </a:xfrm>
        </p:grpSpPr>
        <p:sp>
          <p:nvSpPr>
            <p:cNvPr id="22" name="Freeform 2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3" name="Group 23"/>
          <p:cNvGrpSpPr/>
          <p:nvPr/>
        </p:nvGrpSpPr>
        <p:grpSpPr>
          <a:xfrm>
            <a:off x="12876250" y="2634230"/>
            <a:ext cx="172440" cy="172440"/>
            <a:chOff x="0" y="0"/>
            <a:chExt cx="6350000" cy="6350000"/>
          </a:xfrm>
        </p:grpSpPr>
        <p:sp>
          <p:nvSpPr>
            <p:cNvPr id="24" name="Freeform 2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25" name="Group 25"/>
          <p:cNvGrpSpPr/>
          <p:nvPr/>
        </p:nvGrpSpPr>
        <p:grpSpPr>
          <a:xfrm>
            <a:off x="12426471" y="3106095"/>
            <a:ext cx="4512950" cy="2252892"/>
            <a:chOff x="0" y="0"/>
            <a:chExt cx="729766" cy="364303"/>
          </a:xfrm>
        </p:grpSpPr>
        <p:sp>
          <p:nvSpPr>
            <p:cNvPr id="26" name="Freeform 26"/>
            <p:cNvSpPr/>
            <p:nvPr/>
          </p:nvSpPr>
          <p:spPr>
            <a:xfrm>
              <a:off x="0" y="0"/>
              <a:ext cx="729766" cy="364303"/>
            </a:xfrm>
            <a:custGeom>
              <a:avLst/>
              <a:gdLst/>
              <a:ahLst/>
              <a:cxnLst/>
              <a:rect l="l" t="t" r="r" b="b"/>
              <a:pathLst>
                <a:path w="729766" h="364303">
                  <a:moveTo>
                    <a:pt x="18870" y="0"/>
                  </a:moveTo>
                  <a:lnTo>
                    <a:pt x="710895" y="0"/>
                  </a:lnTo>
                  <a:cubicBezTo>
                    <a:pt x="715900" y="0"/>
                    <a:pt x="720700" y="1988"/>
                    <a:pt x="724239" y="5527"/>
                  </a:cubicBezTo>
                  <a:cubicBezTo>
                    <a:pt x="727778" y="9066"/>
                    <a:pt x="729766" y="13866"/>
                    <a:pt x="729766" y="18870"/>
                  </a:cubicBezTo>
                  <a:lnTo>
                    <a:pt x="729766" y="345433"/>
                  </a:lnTo>
                  <a:cubicBezTo>
                    <a:pt x="729766" y="350438"/>
                    <a:pt x="727778" y="355238"/>
                    <a:pt x="724239" y="358776"/>
                  </a:cubicBezTo>
                  <a:cubicBezTo>
                    <a:pt x="720700" y="362315"/>
                    <a:pt x="715900" y="364303"/>
                    <a:pt x="710895" y="364303"/>
                  </a:cubicBezTo>
                  <a:lnTo>
                    <a:pt x="18870" y="364303"/>
                  </a:lnTo>
                  <a:cubicBezTo>
                    <a:pt x="13866" y="364303"/>
                    <a:pt x="9066" y="362315"/>
                    <a:pt x="5527" y="358776"/>
                  </a:cubicBezTo>
                  <a:cubicBezTo>
                    <a:pt x="1988" y="355238"/>
                    <a:pt x="0" y="350438"/>
                    <a:pt x="0" y="345433"/>
                  </a:cubicBezTo>
                  <a:lnTo>
                    <a:pt x="0" y="18870"/>
                  </a:lnTo>
                  <a:cubicBezTo>
                    <a:pt x="0" y="13866"/>
                    <a:pt x="1988" y="9066"/>
                    <a:pt x="5527" y="5527"/>
                  </a:cubicBezTo>
                  <a:cubicBezTo>
                    <a:pt x="9066" y="1988"/>
                    <a:pt x="13866" y="0"/>
                    <a:pt x="18870" y="0"/>
                  </a:cubicBezTo>
                  <a:close/>
                </a:path>
              </a:pathLst>
            </a:custGeom>
            <a:blipFill>
              <a:blip r:embed="rId4"/>
              <a:stretch>
                <a:fillRect t="-16355" b="-16355"/>
              </a:stretch>
            </a:blipFill>
          </p:spPr>
        </p:sp>
      </p:grpSp>
      <p:grpSp>
        <p:nvGrpSpPr>
          <p:cNvPr id="27" name="Group 27"/>
          <p:cNvGrpSpPr/>
          <p:nvPr/>
        </p:nvGrpSpPr>
        <p:grpSpPr>
          <a:xfrm>
            <a:off x="10109594" y="4814175"/>
            <a:ext cx="5256896" cy="3408012"/>
            <a:chOff x="0" y="0"/>
            <a:chExt cx="2744378" cy="1779163"/>
          </a:xfrm>
        </p:grpSpPr>
        <p:sp>
          <p:nvSpPr>
            <p:cNvPr id="28" name="Freeform 28"/>
            <p:cNvSpPr/>
            <p:nvPr/>
          </p:nvSpPr>
          <p:spPr>
            <a:xfrm>
              <a:off x="0" y="0"/>
              <a:ext cx="2744378" cy="1779163"/>
            </a:xfrm>
            <a:custGeom>
              <a:avLst/>
              <a:gdLst/>
              <a:ahLst/>
              <a:cxnLst/>
              <a:rect l="l" t="t" r="r" b="b"/>
              <a:pathLst>
                <a:path w="2744378" h="1779163">
                  <a:moveTo>
                    <a:pt x="25036" y="0"/>
                  </a:moveTo>
                  <a:lnTo>
                    <a:pt x="2719342" y="0"/>
                  </a:lnTo>
                  <a:cubicBezTo>
                    <a:pt x="2733169" y="0"/>
                    <a:pt x="2744378" y="11209"/>
                    <a:pt x="2744378" y="25036"/>
                  </a:cubicBezTo>
                  <a:lnTo>
                    <a:pt x="2744378" y="1754127"/>
                  </a:lnTo>
                  <a:cubicBezTo>
                    <a:pt x="2744378" y="1767954"/>
                    <a:pt x="2733169" y="1779163"/>
                    <a:pt x="2719342" y="1779163"/>
                  </a:cubicBezTo>
                  <a:lnTo>
                    <a:pt x="25036" y="1779163"/>
                  </a:lnTo>
                  <a:cubicBezTo>
                    <a:pt x="11209" y="1779163"/>
                    <a:pt x="0" y="1767954"/>
                    <a:pt x="0" y="1754127"/>
                  </a:cubicBezTo>
                  <a:lnTo>
                    <a:pt x="0" y="25036"/>
                  </a:lnTo>
                  <a:cubicBezTo>
                    <a:pt x="0" y="11209"/>
                    <a:pt x="11209" y="0"/>
                    <a:pt x="25036" y="0"/>
                  </a:cubicBezTo>
                  <a:close/>
                </a:path>
              </a:pathLst>
            </a:custGeom>
            <a:solidFill>
              <a:srgbClr val="FFFFFF"/>
            </a:solidFill>
          </p:spPr>
        </p:sp>
        <p:sp>
          <p:nvSpPr>
            <p:cNvPr id="29" name="TextBox 29"/>
            <p:cNvSpPr txBox="1"/>
            <p:nvPr/>
          </p:nvSpPr>
          <p:spPr>
            <a:xfrm>
              <a:off x="0" y="-38100"/>
              <a:ext cx="2744378" cy="1817263"/>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a:off x="1028700" y="1028700"/>
            <a:ext cx="3501259" cy="2269844"/>
            <a:chOff x="0" y="0"/>
            <a:chExt cx="2744378" cy="1779163"/>
          </a:xfrm>
        </p:grpSpPr>
        <p:sp>
          <p:nvSpPr>
            <p:cNvPr id="31" name="Freeform 31"/>
            <p:cNvSpPr/>
            <p:nvPr/>
          </p:nvSpPr>
          <p:spPr>
            <a:xfrm>
              <a:off x="0" y="0"/>
              <a:ext cx="2744378" cy="1779163"/>
            </a:xfrm>
            <a:custGeom>
              <a:avLst/>
              <a:gdLst/>
              <a:ahLst/>
              <a:cxnLst/>
              <a:rect l="l" t="t" r="r" b="b"/>
              <a:pathLst>
                <a:path w="2744378" h="1779163">
                  <a:moveTo>
                    <a:pt x="37590" y="0"/>
                  </a:moveTo>
                  <a:lnTo>
                    <a:pt x="2706788" y="0"/>
                  </a:lnTo>
                  <a:cubicBezTo>
                    <a:pt x="2716758" y="0"/>
                    <a:pt x="2726319" y="3960"/>
                    <a:pt x="2733368" y="11010"/>
                  </a:cubicBezTo>
                  <a:cubicBezTo>
                    <a:pt x="2740418" y="18059"/>
                    <a:pt x="2744378" y="27621"/>
                    <a:pt x="2744378" y="37590"/>
                  </a:cubicBezTo>
                  <a:lnTo>
                    <a:pt x="2744378" y="1741573"/>
                  </a:lnTo>
                  <a:cubicBezTo>
                    <a:pt x="2744378" y="1751543"/>
                    <a:pt x="2740418" y="1761104"/>
                    <a:pt x="2733368" y="1768153"/>
                  </a:cubicBezTo>
                  <a:cubicBezTo>
                    <a:pt x="2726319" y="1775203"/>
                    <a:pt x="2716758" y="1779163"/>
                    <a:pt x="2706788" y="1779163"/>
                  </a:cubicBezTo>
                  <a:lnTo>
                    <a:pt x="37590" y="1779163"/>
                  </a:lnTo>
                  <a:cubicBezTo>
                    <a:pt x="27621" y="1779163"/>
                    <a:pt x="18059" y="1775203"/>
                    <a:pt x="11010" y="1768153"/>
                  </a:cubicBezTo>
                  <a:cubicBezTo>
                    <a:pt x="3960" y="1761104"/>
                    <a:pt x="0" y="1751543"/>
                    <a:pt x="0" y="1741573"/>
                  </a:cubicBezTo>
                  <a:lnTo>
                    <a:pt x="0" y="37590"/>
                  </a:lnTo>
                  <a:cubicBezTo>
                    <a:pt x="0" y="27621"/>
                    <a:pt x="3960" y="18059"/>
                    <a:pt x="11010" y="11010"/>
                  </a:cubicBezTo>
                  <a:cubicBezTo>
                    <a:pt x="18059" y="3960"/>
                    <a:pt x="27621" y="0"/>
                    <a:pt x="37590" y="0"/>
                  </a:cubicBezTo>
                  <a:close/>
                </a:path>
              </a:pathLst>
            </a:custGeom>
            <a:solidFill>
              <a:srgbClr val="FFFFFF"/>
            </a:solidFill>
          </p:spPr>
        </p:sp>
        <p:sp>
          <p:nvSpPr>
            <p:cNvPr id="32" name="TextBox 32"/>
            <p:cNvSpPr txBox="1"/>
            <p:nvPr/>
          </p:nvSpPr>
          <p:spPr>
            <a:xfrm>
              <a:off x="0" y="-38100"/>
              <a:ext cx="2744378" cy="1817263"/>
            </a:xfrm>
            <a:prstGeom prst="rect">
              <a:avLst/>
            </a:prstGeom>
          </p:spPr>
          <p:txBody>
            <a:bodyPr lIns="50800" tIns="50800" rIns="50800" bIns="50800" rtlCol="0" anchor="ctr"/>
            <a:lstStyle/>
            <a:p>
              <a:pPr algn="ctr">
                <a:lnSpc>
                  <a:spcPts val="2659"/>
                </a:lnSpc>
                <a:spcBef>
                  <a:spcPct val="0"/>
                </a:spcBef>
              </a:pPr>
              <a:endParaRPr/>
            </a:p>
          </p:txBody>
        </p:sp>
      </p:grpSp>
      <p:grpSp>
        <p:nvGrpSpPr>
          <p:cNvPr id="33" name="Group 33"/>
          <p:cNvGrpSpPr/>
          <p:nvPr/>
        </p:nvGrpSpPr>
        <p:grpSpPr>
          <a:xfrm>
            <a:off x="10452679" y="5072321"/>
            <a:ext cx="175330" cy="175330"/>
            <a:chOff x="0" y="0"/>
            <a:chExt cx="6350000" cy="6350000"/>
          </a:xfrm>
        </p:grpSpPr>
        <p:sp>
          <p:nvSpPr>
            <p:cNvPr id="34" name="Freeform 3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35" name="Group 35"/>
          <p:cNvGrpSpPr/>
          <p:nvPr/>
        </p:nvGrpSpPr>
        <p:grpSpPr>
          <a:xfrm>
            <a:off x="1257205" y="1200634"/>
            <a:ext cx="116775" cy="116775"/>
            <a:chOff x="0" y="0"/>
            <a:chExt cx="6350000" cy="6350000"/>
          </a:xfrm>
        </p:grpSpPr>
        <p:sp>
          <p:nvSpPr>
            <p:cNvPr id="36" name="Freeform 3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37" name="Group 37"/>
          <p:cNvGrpSpPr/>
          <p:nvPr/>
        </p:nvGrpSpPr>
        <p:grpSpPr>
          <a:xfrm>
            <a:off x="10681806" y="5072321"/>
            <a:ext cx="175330" cy="175330"/>
            <a:chOff x="0" y="0"/>
            <a:chExt cx="6350000" cy="6350000"/>
          </a:xfrm>
        </p:grpSpPr>
        <p:sp>
          <p:nvSpPr>
            <p:cNvPr id="38" name="Freeform 3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39" name="Group 39"/>
          <p:cNvGrpSpPr/>
          <p:nvPr/>
        </p:nvGrpSpPr>
        <p:grpSpPr>
          <a:xfrm>
            <a:off x="1409811" y="1200634"/>
            <a:ext cx="116775" cy="116775"/>
            <a:chOff x="0" y="0"/>
            <a:chExt cx="6350000" cy="6350000"/>
          </a:xfrm>
        </p:grpSpPr>
        <p:sp>
          <p:nvSpPr>
            <p:cNvPr id="40" name="Freeform 4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41" name="Group 41"/>
          <p:cNvGrpSpPr/>
          <p:nvPr/>
        </p:nvGrpSpPr>
        <p:grpSpPr>
          <a:xfrm>
            <a:off x="10909994" y="5072321"/>
            <a:ext cx="175330" cy="175330"/>
            <a:chOff x="0" y="0"/>
            <a:chExt cx="6350000" cy="6350000"/>
          </a:xfrm>
        </p:grpSpPr>
        <p:sp>
          <p:nvSpPr>
            <p:cNvPr id="42" name="Freeform 4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43" name="Group 43"/>
          <p:cNvGrpSpPr/>
          <p:nvPr/>
        </p:nvGrpSpPr>
        <p:grpSpPr>
          <a:xfrm>
            <a:off x="1561792" y="1200634"/>
            <a:ext cx="116775" cy="116775"/>
            <a:chOff x="0" y="0"/>
            <a:chExt cx="6350000" cy="6350000"/>
          </a:xfrm>
        </p:grpSpPr>
        <p:sp>
          <p:nvSpPr>
            <p:cNvPr id="44" name="Freeform 4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45" name="Group 45"/>
          <p:cNvGrpSpPr/>
          <p:nvPr/>
        </p:nvGrpSpPr>
        <p:grpSpPr>
          <a:xfrm>
            <a:off x="10452679" y="5552093"/>
            <a:ext cx="4588572" cy="2290643"/>
            <a:chOff x="0" y="0"/>
            <a:chExt cx="729766" cy="364303"/>
          </a:xfrm>
        </p:grpSpPr>
        <p:sp>
          <p:nvSpPr>
            <p:cNvPr id="46" name="Freeform 46"/>
            <p:cNvSpPr/>
            <p:nvPr/>
          </p:nvSpPr>
          <p:spPr>
            <a:xfrm>
              <a:off x="0" y="0"/>
              <a:ext cx="729766" cy="364303"/>
            </a:xfrm>
            <a:custGeom>
              <a:avLst/>
              <a:gdLst/>
              <a:ahLst/>
              <a:cxnLst/>
              <a:rect l="l" t="t" r="r" b="b"/>
              <a:pathLst>
                <a:path w="729766" h="364303">
                  <a:moveTo>
                    <a:pt x="18559" y="0"/>
                  </a:moveTo>
                  <a:lnTo>
                    <a:pt x="711206" y="0"/>
                  </a:lnTo>
                  <a:cubicBezTo>
                    <a:pt x="721456" y="0"/>
                    <a:pt x="729766" y="8309"/>
                    <a:pt x="729766" y="18559"/>
                  </a:cubicBezTo>
                  <a:lnTo>
                    <a:pt x="729766" y="345744"/>
                  </a:lnTo>
                  <a:cubicBezTo>
                    <a:pt x="729766" y="355994"/>
                    <a:pt x="721456" y="364303"/>
                    <a:pt x="711206" y="364303"/>
                  </a:cubicBezTo>
                  <a:lnTo>
                    <a:pt x="18559" y="364303"/>
                  </a:lnTo>
                  <a:cubicBezTo>
                    <a:pt x="8309" y="364303"/>
                    <a:pt x="0" y="355994"/>
                    <a:pt x="0" y="345744"/>
                  </a:cubicBezTo>
                  <a:lnTo>
                    <a:pt x="0" y="18559"/>
                  </a:lnTo>
                  <a:cubicBezTo>
                    <a:pt x="0" y="8309"/>
                    <a:pt x="8309" y="0"/>
                    <a:pt x="18559" y="0"/>
                  </a:cubicBezTo>
                  <a:close/>
                </a:path>
              </a:pathLst>
            </a:custGeom>
            <a:blipFill>
              <a:blip r:embed="rId5"/>
              <a:stretch>
                <a:fillRect t="-16730" b="-16730"/>
              </a:stretch>
            </a:blipFill>
          </p:spPr>
        </p:sp>
      </p:grpSp>
      <p:grpSp>
        <p:nvGrpSpPr>
          <p:cNvPr id="47" name="Group 47"/>
          <p:cNvGrpSpPr/>
          <p:nvPr/>
        </p:nvGrpSpPr>
        <p:grpSpPr>
          <a:xfrm>
            <a:off x="1257205" y="1520177"/>
            <a:ext cx="3056134" cy="1525641"/>
            <a:chOff x="0" y="0"/>
            <a:chExt cx="729766" cy="364303"/>
          </a:xfrm>
        </p:grpSpPr>
        <p:sp>
          <p:nvSpPr>
            <p:cNvPr id="48" name="Freeform 48"/>
            <p:cNvSpPr/>
            <p:nvPr/>
          </p:nvSpPr>
          <p:spPr>
            <a:xfrm>
              <a:off x="0" y="0"/>
              <a:ext cx="729766" cy="364303"/>
            </a:xfrm>
            <a:custGeom>
              <a:avLst/>
              <a:gdLst/>
              <a:ahLst/>
              <a:cxnLst/>
              <a:rect l="l" t="t" r="r" b="b"/>
              <a:pathLst>
                <a:path w="729766" h="364303">
                  <a:moveTo>
                    <a:pt x="27866" y="0"/>
                  </a:moveTo>
                  <a:lnTo>
                    <a:pt x="701900" y="0"/>
                  </a:lnTo>
                  <a:cubicBezTo>
                    <a:pt x="709290" y="0"/>
                    <a:pt x="716378" y="2936"/>
                    <a:pt x="721604" y="8162"/>
                  </a:cubicBezTo>
                  <a:cubicBezTo>
                    <a:pt x="726830" y="13387"/>
                    <a:pt x="729766" y="20475"/>
                    <a:pt x="729766" y="27866"/>
                  </a:cubicBezTo>
                  <a:lnTo>
                    <a:pt x="729766" y="336438"/>
                  </a:lnTo>
                  <a:cubicBezTo>
                    <a:pt x="729766" y="351828"/>
                    <a:pt x="717290" y="364303"/>
                    <a:pt x="701900" y="364303"/>
                  </a:cubicBezTo>
                  <a:lnTo>
                    <a:pt x="27866" y="364303"/>
                  </a:lnTo>
                  <a:cubicBezTo>
                    <a:pt x="20475" y="364303"/>
                    <a:pt x="13387" y="361368"/>
                    <a:pt x="8162" y="356142"/>
                  </a:cubicBezTo>
                  <a:cubicBezTo>
                    <a:pt x="2936" y="350916"/>
                    <a:pt x="0" y="343828"/>
                    <a:pt x="0" y="336438"/>
                  </a:cubicBezTo>
                  <a:lnTo>
                    <a:pt x="0" y="27866"/>
                  </a:lnTo>
                  <a:cubicBezTo>
                    <a:pt x="0" y="20475"/>
                    <a:pt x="2936" y="13387"/>
                    <a:pt x="8162" y="8162"/>
                  </a:cubicBezTo>
                  <a:cubicBezTo>
                    <a:pt x="13387" y="2936"/>
                    <a:pt x="20475" y="0"/>
                    <a:pt x="27866" y="0"/>
                  </a:cubicBezTo>
                  <a:close/>
                </a:path>
              </a:pathLst>
            </a:custGeom>
            <a:blipFill>
              <a:blip r:embed="rId6"/>
              <a:stretch>
                <a:fillRect t="-2833" b="-2833"/>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506060" y="5143500"/>
            <a:ext cx="8020681" cy="3171980"/>
            <a:chOff x="0" y="0"/>
            <a:chExt cx="3845713" cy="1520884"/>
          </a:xfrm>
        </p:grpSpPr>
        <p:sp>
          <p:nvSpPr>
            <p:cNvPr id="6" name="Freeform 6"/>
            <p:cNvSpPr/>
            <p:nvPr/>
          </p:nvSpPr>
          <p:spPr>
            <a:xfrm>
              <a:off x="0" y="0"/>
              <a:ext cx="3845713" cy="1520884"/>
            </a:xfrm>
            <a:custGeom>
              <a:avLst/>
              <a:gdLst/>
              <a:ahLst/>
              <a:cxnLst/>
              <a:rect l="l" t="t" r="r" b="b"/>
              <a:pathLst>
                <a:path w="3845713" h="1520884">
                  <a:moveTo>
                    <a:pt x="29923" y="0"/>
                  </a:moveTo>
                  <a:lnTo>
                    <a:pt x="3815791" y="0"/>
                  </a:lnTo>
                  <a:cubicBezTo>
                    <a:pt x="3832316" y="0"/>
                    <a:pt x="3845713" y="13397"/>
                    <a:pt x="3845713" y="29923"/>
                  </a:cubicBezTo>
                  <a:lnTo>
                    <a:pt x="3845713" y="1490962"/>
                  </a:lnTo>
                  <a:cubicBezTo>
                    <a:pt x="3845713" y="1498898"/>
                    <a:pt x="3842561" y="1506509"/>
                    <a:pt x="3836949" y="1512120"/>
                  </a:cubicBezTo>
                  <a:cubicBezTo>
                    <a:pt x="3831337" y="1517732"/>
                    <a:pt x="3823727" y="1520884"/>
                    <a:pt x="3815791" y="1520884"/>
                  </a:cubicBezTo>
                  <a:lnTo>
                    <a:pt x="29923" y="1520884"/>
                  </a:lnTo>
                  <a:cubicBezTo>
                    <a:pt x="21987" y="1520884"/>
                    <a:pt x="14376" y="1517732"/>
                    <a:pt x="8764" y="1512120"/>
                  </a:cubicBezTo>
                  <a:cubicBezTo>
                    <a:pt x="3153" y="1506509"/>
                    <a:pt x="0" y="1498898"/>
                    <a:pt x="0" y="1490962"/>
                  </a:cubicBezTo>
                  <a:lnTo>
                    <a:pt x="0" y="29923"/>
                  </a:lnTo>
                  <a:cubicBezTo>
                    <a:pt x="0" y="21987"/>
                    <a:pt x="3153" y="14376"/>
                    <a:pt x="8764" y="8764"/>
                  </a:cubicBezTo>
                  <a:cubicBezTo>
                    <a:pt x="14376" y="3153"/>
                    <a:pt x="21987" y="0"/>
                    <a:pt x="29923" y="0"/>
                  </a:cubicBezTo>
                  <a:close/>
                </a:path>
              </a:pathLst>
            </a:custGeom>
            <a:solidFill>
              <a:srgbClr val="071330"/>
            </a:solidFill>
          </p:spPr>
        </p:sp>
        <p:sp>
          <p:nvSpPr>
            <p:cNvPr id="7" name="TextBox 7"/>
            <p:cNvSpPr txBox="1"/>
            <p:nvPr/>
          </p:nvSpPr>
          <p:spPr>
            <a:xfrm>
              <a:off x="0" y="-38100"/>
              <a:ext cx="3845713" cy="1558984"/>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028700" y="996970"/>
            <a:ext cx="8584301" cy="2009740"/>
          </a:xfrm>
          <a:prstGeom prst="rect">
            <a:avLst/>
          </a:prstGeom>
        </p:spPr>
        <p:txBody>
          <a:bodyPr lIns="0" tIns="0" rIns="0" bIns="0" rtlCol="0" anchor="t">
            <a:spAutoFit/>
          </a:bodyPr>
          <a:lstStyle/>
          <a:p>
            <a:pPr algn="l">
              <a:lnSpc>
                <a:spcPts val="7848"/>
              </a:lnSpc>
            </a:pPr>
            <a:r>
              <a:rPr lang="en-US" sz="7546" b="1">
                <a:solidFill>
                  <a:srgbClr val="FFFFFF"/>
                </a:solidFill>
                <a:latin typeface="IBM Plex Mono Bold"/>
                <a:ea typeface="IBM Plex Mono Bold"/>
                <a:cs typeface="IBM Plex Mono Bold"/>
                <a:sym typeface="IBM Plex Mono Bold"/>
              </a:rPr>
              <a:t>1st game: </a:t>
            </a:r>
          </a:p>
          <a:p>
            <a:pPr algn="l">
              <a:lnSpc>
                <a:spcPts val="7848"/>
              </a:lnSpc>
            </a:pPr>
            <a:r>
              <a:rPr lang="en-US" sz="7546" b="1">
                <a:solidFill>
                  <a:srgbClr val="FFFFFF"/>
                </a:solidFill>
                <a:latin typeface="IBM Plex Mono Bold"/>
                <a:ea typeface="IBM Plex Mono Bold"/>
                <a:cs typeface="IBM Plex Mono Bold"/>
                <a:sym typeface="IBM Plex Mono Bold"/>
              </a:rPr>
              <a:t>FALLING SHAPES</a:t>
            </a:r>
          </a:p>
        </p:txBody>
      </p:sp>
      <p:grpSp>
        <p:nvGrpSpPr>
          <p:cNvPr id="9" name="Group 9"/>
          <p:cNvGrpSpPr/>
          <p:nvPr/>
        </p:nvGrpSpPr>
        <p:grpSpPr>
          <a:xfrm>
            <a:off x="975061" y="5505913"/>
            <a:ext cx="190900" cy="1909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1" name="Group 11"/>
          <p:cNvGrpSpPr/>
          <p:nvPr/>
        </p:nvGrpSpPr>
        <p:grpSpPr>
          <a:xfrm>
            <a:off x="1224535" y="5505913"/>
            <a:ext cx="190900" cy="190900"/>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13" name="Group 13"/>
          <p:cNvGrpSpPr/>
          <p:nvPr/>
        </p:nvGrpSpPr>
        <p:grpSpPr>
          <a:xfrm>
            <a:off x="1472987" y="5505913"/>
            <a:ext cx="190900" cy="190900"/>
            <a:chOff x="0" y="0"/>
            <a:chExt cx="6350000" cy="6350000"/>
          </a:xfrm>
        </p:grpSpPr>
        <p:sp>
          <p:nvSpPr>
            <p:cNvPr id="14" name="Freeform 1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15" name="Group 15"/>
          <p:cNvGrpSpPr/>
          <p:nvPr/>
        </p:nvGrpSpPr>
        <p:grpSpPr>
          <a:xfrm>
            <a:off x="9434581" y="1620940"/>
            <a:ext cx="8480186" cy="7590348"/>
            <a:chOff x="0" y="0"/>
            <a:chExt cx="2744378" cy="2456407"/>
          </a:xfrm>
        </p:grpSpPr>
        <p:sp>
          <p:nvSpPr>
            <p:cNvPr id="16" name="Freeform 16"/>
            <p:cNvSpPr/>
            <p:nvPr/>
          </p:nvSpPr>
          <p:spPr>
            <a:xfrm>
              <a:off x="0" y="0"/>
              <a:ext cx="2744378" cy="2456406"/>
            </a:xfrm>
            <a:custGeom>
              <a:avLst/>
              <a:gdLst/>
              <a:ahLst/>
              <a:cxnLst/>
              <a:rect l="l" t="t" r="r" b="b"/>
              <a:pathLst>
                <a:path w="2744378" h="2456406">
                  <a:moveTo>
                    <a:pt x="15520" y="0"/>
                  </a:moveTo>
                  <a:lnTo>
                    <a:pt x="2728858" y="0"/>
                  </a:lnTo>
                  <a:cubicBezTo>
                    <a:pt x="2732974" y="0"/>
                    <a:pt x="2736922" y="1635"/>
                    <a:pt x="2739833" y="4546"/>
                  </a:cubicBezTo>
                  <a:cubicBezTo>
                    <a:pt x="2742743" y="7456"/>
                    <a:pt x="2744378" y="11404"/>
                    <a:pt x="2744378" y="15520"/>
                  </a:cubicBezTo>
                  <a:lnTo>
                    <a:pt x="2744378" y="2440886"/>
                  </a:lnTo>
                  <a:cubicBezTo>
                    <a:pt x="2744378" y="2449458"/>
                    <a:pt x="2737430" y="2456406"/>
                    <a:pt x="2728858" y="2456406"/>
                  </a:cubicBezTo>
                  <a:lnTo>
                    <a:pt x="15520" y="2456406"/>
                  </a:lnTo>
                  <a:cubicBezTo>
                    <a:pt x="11404" y="2456406"/>
                    <a:pt x="7456" y="2454771"/>
                    <a:pt x="4546" y="2451861"/>
                  </a:cubicBezTo>
                  <a:cubicBezTo>
                    <a:pt x="1635" y="2448950"/>
                    <a:pt x="0" y="2445003"/>
                    <a:pt x="0" y="2440886"/>
                  </a:cubicBezTo>
                  <a:lnTo>
                    <a:pt x="0" y="15520"/>
                  </a:lnTo>
                  <a:cubicBezTo>
                    <a:pt x="0" y="11404"/>
                    <a:pt x="1635" y="7456"/>
                    <a:pt x="4546" y="4546"/>
                  </a:cubicBezTo>
                  <a:cubicBezTo>
                    <a:pt x="7456" y="1635"/>
                    <a:pt x="11404" y="0"/>
                    <a:pt x="15520" y="0"/>
                  </a:cubicBezTo>
                  <a:close/>
                </a:path>
              </a:pathLst>
            </a:custGeom>
            <a:solidFill>
              <a:srgbClr val="FFFFFF"/>
            </a:solidFill>
          </p:spPr>
        </p:sp>
        <p:sp>
          <p:nvSpPr>
            <p:cNvPr id="17" name="TextBox 17"/>
            <p:cNvSpPr txBox="1"/>
            <p:nvPr/>
          </p:nvSpPr>
          <p:spPr>
            <a:xfrm>
              <a:off x="0" y="-38100"/>
              <a:ext cx="2744378" cy="2494507"/>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9705195" y="2126421"/>
            <a:ext cx="282834" cy="282834"/>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20" name="Group 20"/>
          <p:cNvGrpSpPr/>
          <p:nvPr/>
        </p:nvGrpSpPr>
        <p:grpSpPr>
          <a:xfrm>
            <a:off x="10224070" y="2126421"/>
            <a:ext cx="282834" cy="282834"/>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2" name="Group 22"/>
          <p:cNvGrpSpPr/>
          <p:nvPr/>
        </p:nvGrpSpPr>
        <p:grpSpPr>
          <a:xfrm>
            <a:off x="10745030" y="2126421"/>
            <a:ext cx="282834" cy="282834"/>
            <a:chOff x="0" y="0"/>
            <a:chExt cx="6350000" cy="6350000"/>
          </a:xfrm>
        </p:grpSpPr>
        <p:sp>
          <p:nvSpPr>
            <p:cNvPr id="23" name="Freeform 2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id="24" name="Freeform 24"/>
          <p:cNvSpPr/>
          <p:nvPr/>
        </p:nvSpPr>
        <p:spPr>
          <a:xfrm>
            <a:off x="9846612" y="2670113"/>
            <a:ext cx="7566749" cy="6053399"/>
          </a:xfrm>
          <a:custGeom>
            <a:avLst/>
            <a:gdLst/>
            <a:ahLst/>
            <a:cxnLst/>
            <a:rect l="l" t="t" r="r" b="b"/>
            <a:pathLst>
              <a:path w="7566749" h="6053399">
                <a:moveTo>
                  <a:pt x="0" y="0"/>
                </a:moveTo>
                <a:lnTo>
                  <a:pt x="7566749" y="0"/>
                </a:lnTo>
                <a:lnTo>
                  <a:pt x="7566749" y="6053399"/>
                </a:lnTo>
                <a:lnTo>
                  <a:pt x="0" y="6053399"/>
                </a:lnTo>
                <a:lnTo>
                  <a:pt x="0" y="0"/>
                </a:lnTo>
                <a:close/>
              </a:path>
            </a:pathLst>
          </a:custGeom>
          <a:blipFill>
            <a:blip r:embed="rId4"/>
            <a:stretch>
              <a:fillRect/>
            </a:stretch>
          </a:blipFill>
        </p:spPr>
      </p:sp>
      <p:sp>
        <p:nvSpPr>
          <p:cNvPr id="25" name="TextBox 25"/>
          <p:cNvSpPr txBox="1"/>
          <p:nvPr/>
        </p:nvSpPr>
        <p:spPr>
          <a:xfrm>
            <a:off x="838272" y="5889096"/>
            <a:ext cx="7707519" cy="2055600"/>
          </a:xfrm>
          <a:prstGeom prst="rect">
            <a:avLst/>
          </a:prstGeom>
        </p:spPr>
        <p:txBody>
          <a:bodyPr lIns="0" tIns="0" rIns="0" bIns="0" rtlCol="0" anchor="t">
            <a:spAutoFit/>
          </a:bodyPr>
          <a:lstStyle/>
          <a:p>
            <a:pPr algn="l">
              <a:lnSpc>
                <a:spcPts val="2764"/>
              </a:lnSpc>
            </a:pPr>
            <a:r>
              <a:rPr lang="en-US" sz="2229">
                <a:solidFill>
                  <a:srgbClr val="FFFFFF"/>
                </a:solidFill>
                <a:latin typeface="IBM Plex Mono"/>
                <a:ea typeface="IBM Plex Mono"/>
                <a:cs typeface="IBM Plex Mono"/>
                <a:sym typeface="IBM Plex Mono"/>
              </a:rPr>
              <a:t>The first game is falling figures, random three figures are served in a random shade.</a:t>
            </a:r>
          </a:p>
          <a:p>
            <a:pPr algn="l">
              <a:lnSpc>
                <a:spcPts val="2764"/>
              </a:lnSpc>
            </a:pPr>
            <a:endParaRPr lang="en-US" sz="2229">
              <a:solidFill>
                <a:srgbClr val="FFFFFF"/>
              </a:solidFill>
              <a:latin typeface="IBM Plex Mono"/>
              <a:ea typeface="IBM Plex Mono"/>
              <a:cs typeface="IBM Plex Mono"/>
              <a:sym typeface="IBM Plex Mono"/>
            </a:endParaRPr>
          </a:p>
          <a:p>
            <a:pPr algn="l">
              <a:lnSpc>
                <a:spcPts val="2764"/>
              </a:lnSpc>
            </a:pPr>
            <a:r>
              <a:rPr lang="en-US" sz="2229">
                <a:solidFill>
                  <a:srgbClr val="FFFFFF"/>
                </a:solidFill>
                <a:latin typeface="IBM Plex Mono"/>
                <a:ea typeface="IBM Plex Mono"/>
                <a:cs typeface="IBM Plex Mono"/>
                <a:sym typeface="IBM Plex Mono"/>
              </a:rPr>
              <a:t>They can also be controlled: </a:t>
            </a:r>
            <a:r>
              <a:rPr lang="en-US" sz="2229" b="1">
                <a:solidFill>
                  <a:srgbClr val="FFFFFF"/>
                </a:solidFill>
                <a:latin typeface="IBM Plex Mono Bold"/>
                <a:ea typeface="IBM Plex Mono Bold"/>
                <a:cs typeface="IBM Plex Mono Bold"/>
                <a:sym typeface="IBM Plex Mono Bold"/>
              </a:rPr>
              <a:t>P</a:t>
            </a:r>
            <a:r>
              <a:rPr lang="en-US" sz="2229">
                <a:solidFill>
                  <a:srgbClr val="FFFFFF"/>
                </a:solidFill>
                <a:latin typeface="IBM Plex Mono"/>
                <a:ea typeface="IBM Plex Mono"/>
                <a:cs typeface="IBM Plex Mono"/>
                <a:sym typeface="IBM Plex Mono"/>
              </a:rPr>
              <a:t> - stop the time for the balls, </a:t>
            </a:r>
            <a:r>
              <a:rPr lang="en-US" sz="2229" b="1">
                <a:solidFill>
                  <a:srgbClr val="FFFFFF"/>
                </a:solidFill>
                <a:latin typeface="IBM Plex Mono Bold"/>
                <a:ea typeface="IBM Plex Mono Bold"/>
                <a:cs typeface="IBM Plex Mono Bold"/>
                <a:sym typeface="IBM Plex Mono Bold"/>
              </a:rPr>
              <a:t>R</a:t>
            </a:r>
            <a:r>
              <a:rPr lang="en-US" sz="2229">
                <a:solidFill>
                  <a:srgbClr val="FFFFFF"/>
                </a:solidFill>
                <a:latin typeface="IBM Plex Mono"/>
                <a:ea typeface="IBM Plex Mono"/>
                <a:cs typeface="IBM Plex Mono"/>
                <a:sym typeface="IBM Plex Mono"/>
              </a:rPr>
              <a:t> - remove all </a:t>
            </a:r>
          </a:p>
          <a:p>
            <a:pPr algn="l">
              <a:lnSpc>
                <a:spcPts val="2764"/>
              </a:lnSpc>
            </a:pPr>
            <a:r>
              <a:rPr lang="en-US" sz="2229">
                <a:solidFill>
                  <a:srgbClr val="FFFFFF"/>
                </a:solidFill>
                <a:latin typeface="IBM Plex Mono"/>
                <a:ea typeface="IBM Plex Mono"/>
                <a:cs typeface="IBM Plex Mono"/>
                <a:sym typeface="IBM Plex Mono"/>
              </a:rPr>
              <a:t>and </a:t>
            </a:r>
            <a:r>
              <a:rPr lang="en-US" sz="2229" b="1">
                <a:solidFill>
                  <a:srgbClr val="FFFFFF"/>
                </a:solidFill>
                <a:latin typeface="IBM Plex Mono Bold"/>
                <a:ea typeface="IBM Plex Mono Bold"/>
                <a:cs typeface="IBM Plex Mono Bold"/>
                <a:sym typeface="IBM Plex Mono Bold"/>
              </a:rPr>
              <a:t>RBM</a:t>
            </a:r>
            <a:r>
              <a:rPr lang="en-US" sz="2229">
                <a:solidFill>
                  <a:srgbClr val="FFFFFF"/>
                </a:solidFill>
                <a:latin typeface="IBM Plex Mono"/>
                <a:ea typeface="IBM Plex Mono"/>
                <a:cs typeface="IBM Plex Mono"/>
                <a:sym typeface="IBM Plex Mono"/>
              </a:rPr>
              <a:t> adds more figures.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CF60"/>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249504" y="2290766"/>
            <a:ext cx="8020681" cy="3171980"/>
            <a:chOff x="0" y="0"/>
            <a:chExt cx="3845713" cy="1520884"/>
          </a:xfrm>
        </p:grpSpPr>
        <p:sp>
          <p:nvSpPr>
            <p:cNvPr id="6" name="Freeform 6"/>
            <p:cNvSpPr/>
            <p:nvPr/>
          </p:nvSpPr>
          <p:spPr>
            <a:xfrm>
              <a:off x="0" y="0"/>
              <a:ext cx="3845713" cy="1520884"/>
            </a:xfrm>
            <a:custGeom>
              <a:avLst/>
              <a:gdLst/>
              <a:ahLst/>
              <a:cxnLst/>
              <a:rect l="l" t="t" r="r" b="b"/>
              <a:pathLst>
                <a:path w="3845713" h="1520884">
                  <a:moveTo>
                    <a:pt x="29923" y="0"/>
                  </a:moveTo>
                  <a:lnTo>
                    <a:pt x="3815791" y="0"/>
                  </a:lnTo>
                  <a:cubicBezTo>
                    <a:pt x="3832316" y="0"/>
                    <a:pt x="3845713" y="13397"/>
                    <a:pt x="3845713" y="29923"/>
                  </a:cubicBezTo>
                  <a:lnTo>
                    <a:pt x="3845713" y="1490962"/>
                  </a:lnTo>
                  <a:cubicBezTo>
                    <a:pt x="3845713" y="1498898"/>
                    <a:pt x="3842561" y="1506509"/>
                    <a:pt x="3836949" y="1512120"/>
                  </a:cubicBezTo>
                  <a:cubicBezTo>
                    <a:pt x="3831337" y="1517732"/>
                    <a:pt x="3823727" y="1520884"/>
                    <a:pt x="3815791" y="1520884"/>
                  </a:cubicBezTo>
                  <a:lnTo>
                    <a:pt x="29923" y="1520884"/>
                  </a:lnTo>
                  <a:cubicBezTo>
                    <a:pt x="21987" y="1520884"/>
                    <a:pt x="14376" y="1517732"/>
                    <a:pt x="8764" y="1512120"/>
                  </a:cubicBezTo>
                  <a:cubicBezTo>
                    <a:pt x="3153" y="1506509"/>
                    <a:pt x="0" y="1498898"/>
                    <a:pt x="0" y="1490962"/>
                  </a:cubicBezTo>
                  <a:lnTo>
                    <a:pt x="0" y="29923"/>
                  </a:lnTo>
                  <a:cubicBezTo>
                    <a:pt x="0" y="21987"/>
                    <a:pt x="3153" y="14376"/>
                    <a:pt x="8764" y="8764"/>
                  </a:cubicBezTo>
                  <a:cubicBezTo>
                    <a:pt x="14376" y="3153"/>
                    <a:pt x="21987" y="0"/>
                    <a:pt x="29923" y="0"/>
                  </a:cubicBezTo>
                  <a:close/>
                </a:path>
              </a:pathLst>
            </a:custGeom>
            <a:solidFill>
              <a:srgbClr val="071330"/>
            </a:solidFill>
          </p:spPr>
        </p:sp>
        <p:sp>
          <p:nvSpPr>
            <p:cNvPr id="7" name="TextBox 7"/>
            <p:cNvSpPr txBox="1"/>
            <p:nvPr/>
          </p:nvSpPr>
          <p:spPr>
            <a:xfrm>
              <a:off x="0" y="-38100"/>
              <a:ext cx="3845713" cy="1558984"/>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963395" y="2571837"/>
            <a:ext cx="190900" cy="190900"/>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0" name="Group 10"/>
          <p:cNvGrpSpPr/>
          <p:nvPr/>
        </p:nvGrpSpPr>
        <p:grpSpPr>
          <a:xfrm>
            <a:off x="1212869" y="2571837"/>
            <a:ext cx="190900" cy="190900"/>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12" name="Group 12"/>
          <p:cNvGrpSpPr/>
          <p:nvPr/>
        </p:nvGrpSpPr>
        <p:grpSpPr>
          <a:xfrm>
            <a:off x="1461321" y="2571837"/>
            <a:ext cx="190900" cy="190900"/>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14" name="Group 14"/>
          <p:cNvGrpSpPr/>
          <p:nvPr/>
        </p:nvGrpSpPr>
        <p:grpSpPr>
          <a:xfrm>
            <a:off x="9497476" y="3187143"/>
            <a:ext cx="8363146" cy="6891115"/>
            <a:chOff x="0" y="0"/>
            <a:chExt cx="2744378" cy="2261329"/>
          </a:xfrm>
        </p:grpSpPr>
        <p:sp>
          <p:nvSpPr>
            <p:cNvPr id="15" name="Freeform 15"/>
            <p:cNvSpPr/>
            <p:nvPr/>
          </p:nvSpPr>
          <p:spPr>
            <a:xfrm>
              <a:off x="0" y="0"/>
              <a:ext cx="2744378" cy="2261329"/>
            </a:xfrm>
            <a:custGeom>
              <a:avLst/>
              <a:gdLst/>
              <a:ahLst/>
              <a:cxnLst/>
              <a:rect l="l" t="t" r="r" b="b"/>
              <a:pathLst>
                <a:path w="2744378" h="2261329">
                  <a:moveTo>
                    <a:pt x="15737" y="0"/>
                  </a:moveTo>
                  <a:lnTo>
                    <a:pt x="2728641" y="0"/>
                  </a:lnTo>
                  <a:cubicBezTo>
                    <a:pt x="2732815" y="0"/>
                    <a:pt x="2736818" y="1658"/>
                    <a:pt x="2739769" y="4609"/>
                  </a:cubicBezTo>
                  <a:cubicBezTo>
                    <a:pt x="2742720" y="7561"/>
                    <a:pt x="2744378" y="11563"/>
                    <a:pt x="2744378" y="15737"/>
                  </a:cubicBezTo>
                  <a:lnTo>
                    <a:pt x="2744378" y="2245592"/>
                  </a:lnTo>
                  <a:cubicBezTo>
                    <a:pt x="2744378" y="2249766"/>
                    <a:pt x="2742720" y="2253768"/>
                    <a:pt x="2739769" y="2256720"/>
                  </a:cubicBezTo>
                  <a:cubicBezTo>
                    <a:pt x="2736818" y="2259671"/>
                    <a:pt x="2732815" y="2261329"/>
                    <a:pt x="2728641" y="2261329"/>
                  </a:cubicBezTo>
                  <a:lnTo>
                    <a:pt x="15737" y="2261329"/>
                  </a:lnTo>
                  <a:cubicBezTo>
                    <a:pt x="11563" y="2261329"/>
                    <a:pt x="7561" y="2259671"/>
                    <a:pt x="4609" y="2256720"/>
                  </a:cubicBezTo>
                  <a:cubicBezTo>
                    <a:pt x="1658" y="2253768"/>
                    <a:pt x="0" y="2249766"/>
                    <a:pt x="0" y="2245592"/>
                  </a:cubicBezTo>
                  <a:lnTo>
                    <a:pt x="0" y="15737"/>
                  </a:lnTo>
                  <a:cubicBezTo>
                    <a:pt x="0" y="11563"/>
                    <a:pt x="1658" y="7561"/>
                    <a:pt x="4609" y="4609"/>
                  </a:cubicBezTo>
                  <a:cubicBezTo>
                    <a:pt x="7561" y="1658"/>
                    <a:pt x="11563" y="0"/>
                    <a:pt x="15737" y="0"/>
                  </a:cubicBezTo>
                  <a:close/>
                </a:path>
              </a:pathLst>
            </a:custGeom>
            <a:solidFill>
              <a:srgbClr val="FFFFFF"/>
            </a:solidFill>
          </p:spPr>
        </p:sp>
        <p:sp>
          <p:nvSpPr>
            <p:cNvPr id="16" name="TextBox 16"/>
            <p:cNvSpPr txBox="1"/>
            <p:nvPr/>
          </p:nvSpPr>
          <p:spPr>
            <a:xfrm>
              <a:off x="0" y="-38100"/>
              <a:ext cx="2744378" cy="2299429"/>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0043286" y="3597825"/>
            <a:ext cx="278931" cy="278931"/>
            <a:chOff x="0" y="0"/>
            <a:chExt cx="6350000" cy="6350000"/>
          </a:xfrm>
        </p:grpSpPr>
        <p:sp>
          <p:nvSpPr>
            <p:cNvPr id="18" name="Freeform 1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9" name="Group 19"/>
          <p:cNvGrpSpPr/>
          <p:nvPr/>
        </p:nvGrpSpPr>
        <p:grpSpPr>
          <a:xfrm>
            <a:off x="10407802" y="3597825"/>
            <a:ext cx="278931" cy="278931"/>
            <a:chOff x="0" y="0"/>
            <a:chExt cx="6350000" cy="6350000"/>
          </a:xfrm>
        </p:grpSpPr>
        <p:sp>
          <p:nvSpPr>
            <p:cNvPr id="20" name="Freeform 2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1" name="Group 21"/>
          <p:cNvGrpSpPr/>
          <p:nvPr/>
        </p:nvGrpSpPr>
        <p:grpSpPr>
          <a:xfrm>
            <a:off x="10770825" y="3597825"/>
            <a:ext cx="278931" cy="278931"/>
            <a:chOff x="0" y="0"/>
            <a:chExt cx="6350000" cy="6350000"/>
          </a:xfrm>
        </p:grpSpPr>
        <p:sp>
          <p:nvSpPr>
            <p:cNvPr id="22" name="Freeform 2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id="23" name="Freeform 23"/>
          <p:cNvSpPr/>
          <p:nvPr/>
        </p:nvSpPr>
        <p:spPr>
          <a:xfrm>
            <a:off x="9867583" y="3983952"/>
            <a:ext cx="7622932" cy="5643163"/>
          </a:xfrm>
          <a:custGeom>
            <a:avLst/>
            <a:gdLst/>
            <a:ahLst/>
            <a:cxnLst/>
            <a:rect l="l" t="t" r="r" b="b"/>
            <a:pathLst>
              <a:path w="7622932" h="5643163">
                <a:moveTo>
                  <a:pt x="0" y="0"/>
                </a:moveTo>
                <a:lnTo>
                  <a:pt x="7622932" y="0"/>
                </a:lnTo>
                <a:lnTo>
                  <a:pt x="7622932" y="5643163"/>
                </a:lnTo>
                <a:lnTo>
                  <a:pt x="0" y="5643163"/>
                </a:lnTo>
                <a:lnTo>
                  <a:pt x="0" y="0"/>
                </a:lnTo>
                <a:close/>
              </a:path>
            </a:pathLst>
          </a:custGeom>
          <a:blipFill>
            <a:blip r:embed="rId4"/>
            <a:stretch>
              <a:fillRect t="-7052"/>
            </a:stretch>
          </a:blipFill>
        </p:spPr>
      </p:sp>
      <p:sp>
        <p:nvSpPr>
          <p:cNvPr id="24" name="TextBox 24"/>
          <p:cNvSpPr txBox="1"/>
          <p:nvPr/>
        </p:nvSpPr>
        <p:spPr>
          <a:xfrm>
            <a:off x="10098798" y="996970"/>
            <a:ext cx="7160502" cy="2020242"/>
          </a:xfrm>
          <a:prstGeom prst="rect">
            <a:avLst/>
          </a:prstGeom>
        </p:spPr>
        <p:txBody>
          <a:bodyPr lIns="0" tIns="0" rIns="0" bIns="0" rtlCol="0" anchor="t">
            <a:spAutoFit/>
          </a:bodyPr>
          <a:lstStyle/>
          <a:p>
            <a:pPr algn="r">
              <a:lnSpc>
                <a:spcPts val="7848"/>
              </a:lnSpc>
            </a:pPr>
            <a:r>
              <a:rPr lang="en-US" sz="7546" b="1">
                <a:solidFill>
                  <a:srgbClr val="071330"/>
                </a:solidFill>
                <a:latin typeface="IBM Plex Mono Bold"/>
                <a:ea typeface="IBM Plex Mono Bold"/>
                <a:cs typeface="IBM Plex Mono Bold"/>
                <a:sym typeface="IBM Plex Mono Bold"/>
              </a:rPr>
              <a:t>2nd game:</a:t>
            </a:r>
          </a:p>
          <a:p>
            <a:pPr algn="r">
              <a:lnSpc>
                <a:spcPts val="7848"/>
              </a:lnSpc>
            </a:pPr>
            <a:r>
              <a:rPr lang="en-US" sz="7546" b="1">
                <a:solidFill>
                  <a:srgbClr val="071330"/>
                </a:solidFill>
                <a:latin typeface="IBM Plex Mono Bold"/>
                <a:ea typeface="IBM Plex Mono Bold"/>
                <a:cs typeface="IBM Plex Mono Bold"/>
                <a:sym typeface="IBM Plex Mono Bold"/>
              </a:rPr>
              <a:t>BOX BREAKER</a:t>
            </a:r>
          </a:p>
        </p:txBody>
      </p:sp>
      <p:sp>
        <p:nvSpPr>
          <p:cNvPr id="25" name="TextBox 25"/>
          <p:cNvSpPr txBox="1"/>
          <p:nvPr/>
        </p:nvSpPr>
        <p:spPr>
          <a:xfrm>
            <a:off x="484005" y="3177618"/>
            <a:ext cx="7551680" cy="2055829"/>
          </a:xfrm>
          <a:prstGeom prst="rect">
            <a:avLst/>
          </a:prstGeom>
        </p:spPr>
        <p:txBody>
          <a:bodyPr lIns="0" tIns="0" rIns="0" bIns="0" rtlCol="0" anchor="t">
            <a:spAutoFit/>
          </a:bodyPr>
          <a:lstStyle/>
          <a:p>
            <a:pPr algn="l">
              <a:lnSpc>
                <a:spcPts val="2708"/>
              </a:lnSpc>
            </a:pPr>
            <a:r>
              <a:rPr lang="en-US" sz="2184">
                <a:solidFill>
                  <a:srgbClr val="FFFFFF"/>
                </a:solidFill>
                <a:latin typeface="IBM Plex Mono"/>
                <a:ea typeface="IBM Plex Mono"/>
                <a:cs typeface="IBM Plex Mono"/>
                <a:sym typeface="IBM Plex Mono"/>
              </a:rPr>
              <a:t>The second game is a realization of the legendary game </a:t>
            </a:r>
            <a:r>
              <a:rPr lang="en-US" sz="2184" b="1">
                <a:solidFill>
                  <a:srgbClr val="FFFFFF"/>
                </a:solidFill>
                <a:latin typeface="IBM Plex Mono Bold"/>
                <a:ea typeface="IBM Plex Mono Bold"/>
                <a:cs typeface="IBM Plex Mono Bold"/>
                <a:sym typeface="IBM Plex Mono Bold"/>
              </a:rPr>
              <a:t>ANGRY BIRDS</a:t>
            </a:r>
            <a:r>
              <a:rPr lang="en-US" sz="2184">
                <a:solidFill>
                  <a:srgbClr val="FFFFFF"/>
                </a:solidFill>
                <a:latin typeface="IBM Plex Mono"/>
                <a:ea typeface="IBM Plex Mono"/>
                <a:cs typeface="IBM Plex Mono"/>
                <a:sym typeface="IBM Plex Mono"/>
              </a:rPr>
              <a:t>.</a:t>
            </a:r>
          </a:p>
          <a:p>
            <a:pPr algn="l">
              <a:lnSpc>
                <a:spcPts val="2708"/>
              </a:lnSpc>
            </a:pPr>
            <a:r>
              <a:rPr lang="en-US" sz="2184">
                <a:solidFill>
                  <a:srgbClr val="FFFFFF"/>
                </a:solidFill>
                <a:latin typeface="IBM Plex Mono"/>
                <a:ea typeface="IBM Plex Mono"/>
                <a:cs typeface="IBM Plex Mono"/>
                <a:sym typeface="IBM Plex Mono"/>
              </a:rPr>
              <a:t> The principle: shooting from a slingshot. The goal: to break all the boxes in a certain time</a:t>
            </a:r>
          </a:p>
          <a:p>
            <a:pPr algn="l">
              <a:lnSpc>
                <a:spcPts val="2708"/>
              </a:lnSpc>
            </a:pPr>
            <a:r>
              <a:rPr lang="en-US" sz="2184">
                <a:solidFill>
                  <a:srgbClr val="FFFFFF"/>
                </a:solidFill>
                <a:latin typeface="IBM Plex Mono"/>
                <a:ea typeface="IBM Plex Mono"/>
                <a:cs typeface="IBM Plex Mono"/>
                <a:sym typeface="IBM Plex Mono"/>
              </a:rPr>
              <a:t>And you can also manage objects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1028700" y="3251604"/>
            <a:ext cx="8020681" cy="2831243"/>
            <a:chOff x="0" y="0"/>
            <a:chExt cx="3845713" cy="1357509"/>
          </a:xfrm>
        </p:grpSpPr>
        <p:sp>
          <p:nvSpPr>
            <p:cNvPr id="6" name="Freeform 6"/>
            <p:cNvSpPr/>
            <p:nvPr/>
          </p:nvSpPr>
          <p:spPr>
            <a:xfrm>
              <a:off x="0" y="0"/>
              <a:ext cx="3845713" cy="1357509"/>
            </a:xfrm>
            <a:custGeom>
              <a:avLst/>
              <a:gdLst/>
              <a:ahLst/>
              <a:cxnLst/>
              <a:rect l="l" t="t" r="r" b="b"/>
              <a:pathLst>
                <a:path w="3845713" h="1357509">
                  <a:moveTo>
                    <a:pt x="29923" y="0"/>
                  </a:moveTo>
                  <a:lnTo>
                    <a:pt x="3815791" y="0"/>
                  </a:lnTo>
                  <a:cubicBezTo>
                    <a:pt x="3832316" y="0"/>
                    <a:pt x="3845713" y="13397"/>
                    <a:pt x="3845713" y="29923"/>
                  </a:cubicBezTo>
                  <a:lnTo>
                    <a:pt x="3845713" y="1327587"/>
                  </a:lnTo>
                  <a:cubicBezTo>
                    <a:pt x="3845713" y="1335523"/>
                    <a:pt x="3842561" y="1343134"/>
                    <a:pt x="3836949" y="1348745"/>
                  </a:cubicBezTo>
                  <a:cubicBezTo>
                    <a:pt x="3831337" y="1354357"/>
                    <a:pt x="3823727" y="1357509"/>
                    <a:pt x="3815791" y="1357509"/>
                  </a:cubicBezTo>
                  <a:lnTo>
                    <a:pt x="29923" y="1357509"/>
                  </a:lnTo>
                  <a:cubicBezTo>
                    <a:pt x="21987" y="1357509"/>
                    <a:pt x="14376" y="1354357"/>
                    <a:pt x="8764" y="1348745"/>
                  </a:cubicBezTo>
                  <a:cubicBezTo>
                    <a:pt x="3153" y="1343134"/>
                    <a:pt x="0" y="1335523"/>
                    <a:pt x="0" y="1327587"/>
                  </a:cubicBezTo>
                  <a:lnTo>
                    <a:pt x="0" y="29923"/>
                  </a:lnTo>
                  <a:cubicBezTo>
                    <a:pt x="0" y="21987"/>
                    <a:pt x="3153" y="14376"/>
                    <a:pt x="8764" y="8764"/>
                  </a:cubicBezTo>
                  <a:cubicBezTo>
                    <a:pt x="14376" y="3153"/>
                    <a:pt x="21987" y="0"/>
                    <a:pt x="29923" y="0"/>
                  </a:cubicBezTo>
                  <a:close/>
                </a:path>
              </a:pathLst>
            </a:custGeom>
            <a:solidFill>
              <a:srgbClr val="071330"/>
            </a:solidFill>
          </p:spPr>
        </p:sp>
        <p:sp>
          <p:nvSpPr>
            <p:cNvPr id="7" name="TextBox 7"/>
            <p:cNvSpPr txBox="1"/>
            <p:nvPr/>
          </p:nvSpPr>
          <p:spPr>
            <a:xfrm>
              <a:off x="0" y="-38100"/>
              <a:ext cx="3845713" cy="1395609"/>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028700" y="996970"/>
            <a:ext cx="9030030" cy="2009740"/>
          </a:xfrm>
          <a:prstGeom prst="rect">
            <a:avLst/>
          </a:prstGeom>
        </p:spPr>
        <p:txBody>
          <a:bodyPr lIns="0" tIns="0" rIns="0" bIns="0" rtlCol="0" anchor="t">
            <a:spAutoFit/>
          </a:bodyPr>
          <a:lstStyle/>
          <a:p>
            <a:pPr algn="l">
              <a:lnSpc>
                <a:spcPts val="7848"/>
              </a:lnSpc>
            </a:pPr>
            <a:r>
              <a:rPr lang="en-US" sz="7546" b="1">
                <a:solidFill>
                  <a:srgbClr val="FFFFFF"/>
                </a:solidFill>
                <a:latin typeface="IBM Plex Mono Bold"/>
                <a:ea typeface="IBM Plex Mono Bold"/>
                <a:cs typeface="IBM Plex Mono Bold"/>
                <a:sym typeface="IBM Plex Mono Bold"/>
              </a:rPr>
              <a:t>3rd (last)game:</a:t>
            </a:r>
          </a:p>
          <a:p>
            <a:pPr algn="l">
              <a:lnSpc>
                <a:spcPts val="7848"/>
              </a:lnSpc>
            </a:pPr>
            <a:r>
              <a:rPr lang="en-US" sz="7546" b="1">
                <a:solidFill>
                  <a:srgbClr val="FFFFFF"/>
                </a:solidFill>
                <a:latin typeface="IBM Plex Mono Bold"/>
                <a:ea typeface="IBM Plex Mono Bold"/>
                <a:cs typeface="IBM Plex Mono Bold"/>
                <a:sym typeface="IBM Plex Mono Bold"/>
              </a:rPr>
              <a:t>DVD BOUNCE</a:t>
            </a:r>
          </a:p>
        </p:txBody>
      </p:sp>
      <p:grpSp>
        <p:nvGrpSpPr>
          <p:cNvPr id="9" name="Group 9"/>
          <p:cNvGrpSpPr/>
          <p:nvPr/>
        </p:nvGrpSpPr>
        <p:grpSpPr>
          <a:xfrm>
            <a:off x="1497701" y="3532674"/>
            <a:ext cx="190900" cy="1909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1" name="Group 11"/>
          <p:cNvGrpSpPr/>
          <p:nvPr/>
        </p:nvGrpSpPr>
        <p:grpSpPr>
          <a:xfrm>
            <a:off x="1747175" y="3532674"/>
            <a:ext cx="190900" cy="190900"/>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13" name="Group 13"/>
          <p:cNvGrpSpPr/>
          <p:nvPr/>
        </p:nvGrpSpPr>
        <p:grpSpPr>
          <a:xfrm>
            <a:off x="1995627" y="3532674"/>
            <a:ext cx="190900" cy="190900"/>
            <a:chOff x="0" y="0"/>
            <a:chExt cx="6350000" cy="6350000"/>
          </a:xfrm>
        </p:grpSpPr>
        <p:sp>
          <p:nvSpPr>
            <p:cNvPr id="14" name="Freeform 1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15" name="Group 15"/>
          <p:cNvGrpSpPr/>
          <p:nvPr/>
        </p:nvGrpSpPr>
        <p:grpSpPr>
          <a:xfrm>
            <a:off x="9487757" y="2126052"/>
            <a:ext cx="8434827" cy="6982111"/>
            <a:chOff x="0" y="0"/>
            <a:chExt cx="2744378" cy="2271719"/>
          </a:xfrm>
        </p:grpSpPr>
        <p:sp>
          <p:nvSpPr>
            <p:cNvPr id="16" name="Freeform 16"/>
            <p:cNvSpPr/>
            <p:nvPr/>
          </p:nvSpPr>
          <p:spPr>
            <a:xfrm>
              <a:off x="0" y="0"/>
              <a:ext cx="2744378" cy="2271719"/>
            </a:xfrm>
            <a:custGeom>
              <a:avLst/>
              <a:gdLst/>
              <a:ahLst/>
              <a:cxnLst/>
              <a:rect l="l" t="t" r="r" b="b"/>
              <a:pathLst>
                <a:path w="2744378" h="2271719">
                  <a:moveTo>
                    <a:pt x="15603" y="0"/>
                  </a:moveTo>
                  <a:lnTo>
                    <a:pt x="2728775" y="0"/>
                  </a:lnTo>
                  <a:cubicBezTo>
                    <a:pt x="2732913" y="0"/>
                    <a:pt x="2736882" y="1644"/>
                    <a:pt x="2739808" y="4570"/>
                  </a:cubicBezTo>
                  <a:cubicBezTo>
                    <a:pt x="2742734" y="7496"/>
                    <a:pt x="2744378" y="11465"/>
                    <a:pt x="2744378" y="15603"/>
                  </a:cubicBezTo>
                  <a:lnTo>
                    <a:pt x="2744378" y="2256115"/>
                  </a:lnTo>
                  <a:cubicBezTo>
                    <a:pt x="2744378" y="2260253"/>
                    <a:pt x="2742734" y="2264222"/>
                    <a:pt x="2739808" y="2267148"/>
                  </a:cubicBezTo>
                  <a:cubicBezTo>
                    <a:pt x="2736882" y="2270075"/>
                    <a:pt x="2732913" y="2271719"/>
                    <a:pt x="2728775" y="2271719"/>
                  </a:cubicBezTo>
                  <a:lnTo>
                    <a:pt x="15603" y="2271719"/>
                  </a:lnTo>
                  <a:cubicBezTo>
                    <a:pt x="11465" y="2271719"/>
                    <a:pt x="7496" y="2270075"/>
                    <a:pt x="4570" y="2267148"/>
                  </a:cubicBezTo>
                  <a:cubicBezTo>
                    <a:pt x="1644" y="2264222"/>
                    <a:pt x="0" y="2260253"/>
                    <a:pt x="0" y="2256115"/>
                  </a:cubicBezTo>
                  <a:lnTo>
                    <a:pt x="0" y="15603"/>
                  </a:lnTo>
                  <a:cubicBezTo>
                    <a:pt x="0" y="11465"/>
                    <a:pt x="1644" y="7496"/>
                    <a:pt x="4570" y="4570"/>
                  </a:cubicBezTo>
                  <a:cubicBezTo>
                    <a:pt x="7496" y="1644"/>
                    <a:pt x="11465" y="0"/>
                    <a:pt x="15603" y="0"/>
                  </a:cubicBezTo>
                  <a:close/>
                </a:path>
              </a:pathLst>
            </a:custGeom>
            <a:solidFill>
              <a:srgbClr val="FFFFFF"/>
            </a:solidFill>
          </p:spPr>
        </p:sp>
        <p:sp>
          <p:nvSpPr>
            <p:cNvPr id="17" name="TextBox 17"/>
            <p:cNvSpPr txBox="1"/>
            <p:nvPr/>
          </p:nvSpPr>
          <p:spPr>
            <a:xfrm>
              <a:off x="0" y="-38100"/>
              <a:ext cx="2744378" cy="2309819"/>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10038245" y="2540255"/>
            <a:ext cx="281322" cy="281322"/>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20" name="Group 20"/>
          <p:cNvGrpSpPr/>
          <p:nvPr/>
        </p:nvGrpSpPr>
        <p:grpSpPr>
          <a:xfrm>
            <a:off x="10452194" y="2587316"/>
            <a:ext cx="187200" cy="187200"/>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2" name="Group 22"/>
          <p:cNvGrpSpPr/>
          <p:nvPr/>
        </p:nvGrpSpPr>
        <p:grpSpPr>
          <a:xfrm>
            <a:off x="10772020" y="2540255"/>
            <a:ext cx="281322" cy="281322"/>
            <a:chOff x="0" y="0"/>
            <a:chExt cx="6350000" cy="6350000"/>
          </a:xfrm>
        </p:grpSpPr>
        <p:sp>
          <p:nvSpPr>
            <p:cNvPr id="23" name="Freeform 2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id="24" name="Freeform 24"/>
          <p:cNvSpPr/>
          <p:nvPr/>
        </p:nvSpPr>
        <p:spPr>
          <a:xfrm>
            <a:off x="10038245" y="3532674"/>
            <a:ext cx="7331039" cy="4975943"/>
          </a:xfrm>
          <a:custGeom>
            <a:avLst/>
            <a:gdLst/>
            <a:ahLst/>
            <a:cxnLst/>
            <a:rect l="l" t="t" r="r" b="b"/>
            <a:pathLst>
              <a:path w="7331039" h="4975943">
                <a:moveTo>
                  <a:pt x="0" y="0"/>
                </a:moveTo>
                <a:lnTo>
                  <a:pt x="7331040" y="0"/>
                </a:lnTo>
                <a:lnTo>
                  <a:pt x="7331040" y="4975943"/>
                </a:lnTo>
                <a:lnTo>
                  <a:pt x="0" y="4975943"/>
                </a:lnTo>
                <a:lnTo>
                  <a:pt x="0" y="0"/>
                </a:lnTo>
                <a:close/>
              </a:path>
            </a:pathLst>
          </a:custGeom>
          <a:blipFill>
            <a:blip r:embed="rId4"/>
            <a:stretch>
              <a:fillRect/>
            </a:stretch>
          </a:blipFill>
        </p:spPr>
      </p:sp>
      <p:sp>
        <p:nvSpPr>
          <p:cNvPr id="25" name="TextBox 25"/>
          <p:cNvSpPr txBox="1"/>
          <p:nvPr/>
        </p:nvSpPr>
        <p:spPr>
          <a:xfrm>
            <a:off x="1182200" y="4237924"/>
            <a:ext cx="7713680" cy="1043742"/>
          </a:xfrm>
          <a:prstGeom prst="rect">
            <a:avLst/>
          </a:prstGeom>
        </p:spPr>
        <p:txBody>
          <a:bodyPr lIns="0" tIns="0" rIns="0" bIns="0" rtlCol="0" anchor="t">
            <a:spAutoFit/>
          </a:bodyPr>
          <a:lstStyle/>
          <a:p>
            <a:pPr algn="l">
              <a:lnSpc>
                <a:spcPts val="2766"/>
              </a:lnSpc>
            </a:pPr>
            <a:r>
              <a:rPr lang="en-US" sz="2231">
                <a:solidFill>
                  <a:srgbClr val="FFFFFF"/>
                </a:solidFill>
                <a:latin typeface="IBM Plex Mono"/>
                <a:ea typeface="IBM Plex Mono"/>
                <a:cs typeface="IBM Plex Mono"/>
                <a:sym typeface="IBM Plex Mono"/>
              </a:rPr>
              <a:t>It looks like a simple simulation of hitting the edges of the logo, but it hides all the potential of physics and probability theory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sp>
        <p:nvSpPr>
          <p:cNvPr id="5" name="Freeform 5"/>
          <p:cNvSpPr/>
          <p:nvPr/>
        </p:nvSpPr>
        <p:spPr>
          <a:xfrm>
            <a:off x="4215242" y="5509822"/>
            <a:ext cx="9857516" cy="2428663"/>
          </a:xfrm>
          <a:custGeom>
            <a:avLst/>
            <a:gdLst/>
            <a:ahLst/>
            <a:cxnLst/>
            <a:rect l="l" t="t" r="r" b="b"/>
            <a:pathLst>
              <a:path w="9857516" h="2428663">
                <a:moveTo>
                  <a:pt x="0" y="0"/>
                </a:moveTo>
                <a:lnTo>
                  <a:pt x="9857516" y="0"/>
                </a:lnTo>
                <a:lnTo>
                  <a:pt x="9857516" y="2428664"/>
                </a:lnTo>
                <a:lnTo>
                  <a:pt x="0" y="2428664"/>
                </a:lnTo>
                <a:lnTo>
                  <a:pt x="0" y="0"/>
                </a:lnTo>
                <a:close/>
              </a:path>
            </a:pathLst>
          </a:custGeom>
          <a:blipFill>
            <a:blip r:embed="rId4"/>
            <a:stretch>
              <a:fillRect/>
            </a:stretch>
          </a:blipFill>
        </p:spPr>
      </p:sp>
      <p:grpSp>
        <p:nvGrpSpPr>
          <p:cNvPr id="6" name="Group 6"/>
          <p:cNvGrpSpPr/>
          <p:nvPr/>
        </p:nvGrpSpPr>
        <p:grpSpPr>
          <a:xfrm>
            <a:off x="5133660" y="1626425"/>
            <a:ext cx="8020681" cy="2831243"/>
            <a:chOff x="0" y="0"/>
            <a:chExt cx="3845713" cy="1357509"/>
          </a:xfrm>
        </p:grpSpPr>
        <p:sp>
          <p:nvSpPr>
            <p:cNvPr id="7" name="Freeform 7"/>
            <p:cNvSpPr/>
            <p:nvPr/>
          </p:nvSpPr>
          <p:spPr>
            <a:xfrm>
              <a:off x="0" y="0"/>
              <a:ext cx="3845713" cy="1357509"/>
            </a:xfrm>
            <a:custGeom>
              <a:avLst/>
              <a:gdLst/>
              <a:ahLst/>
              <a:cxnLst/>
              <a:rect l="l" t="t" r="r" b="b"/>
              <a:pathLst>
                <a:path w="3845713" h="1357509">
                  <a:moveTo>
                    <a:pt x="29923" y="0"/>
                  </a:moveTo>
                  <a:lnTo>
                    <a:pt x="3815791" y="0"/>
                  </a:lnTo>
                  <a:cubicBezTo>
                    <a:pt x="3832316" y="0"/>
                    <a:pt x="3845713" y="13397"/>
                    <a:pt x="3845713" y="29923"/>
                  </a:cubicBezTo>
                  <a:lnTo>
                    <a:pt x="3845713" y="1327587"/>
                  </a:lnTo>
                  <a:cubicBezTo>
                    <a:pt x="3845713" y="1335523"/>
                    <a:pt x="3842561" y="1343134"/>
                    <a:pt x="3836949" y="1348745"/>
                  </a:cubicBezTo>
                  <a:cubicBezTo>
                    <a:pt x="3831337" y="1354357"/>
                    <a:pt x="3823727" y="1357509"/>
                    <a:pt x="3815791" y="1357509"/>
                  </a:cubicBezTo>
                  <a:lnTo>
                    <a:pt x="29923" y="1357509"/>
                  </a:lnTo>
                  <a:cubicBezTo>
                    <a:pt x="21987" y="1357509"/>
                    <a:pt x="14376" y="1354357"/>
                    <a:pt x="8764" y="1348745"/>
                  </a:cubicBezTo>
                  <a:cubicBezTo>
                    <a:pt x="3153" y="1343134"/>
                    <a:pt x="0" y="1335523"/>
                    <a:pt x="0" y="1327587"/>
                  </a:cubicBezTo>
                  <a:lnTo>
                    <a:pt x="0" y="29923"/>
                  </a:lnTo>
                  <a:cubicBezTo>
                    <a:pt x="0" y="21987"/>
                    <a:pt x="3153" y="14376"/>
                    <a:pt x="8764" y="8764"/>
                  </a:cubicBezTo>
                  <a:cubicBezTo>
                    <a:pt x="14376" y="3153"/>
                    <a:pt x="21987" y="0"/>
                    <a:pt x="29923" y="0"/>
                  </a:cubicBezTo>
                  <a:close/>
                </a:path>
              </a:pathLst>
            </a:custGeom>
            <a:solidFill>
              <a:srgbClr val="071330"/>
            </a:solidFill>
          </p:spPr>
        </p:sp>
        <p:sp>
          <p:nvSpPr>
            <p:cNvPr id="8" name="TextBox 8"/>
            <p:cNvSpPr txBox="1"/>
            <p:nvPr/>
          </p:nvSpPr>
          <p:spPr>
            <a:xfrm>
              <a:off x="0" y="-38100"/>
              <a:ext cx="3845713" cy="1395609"/>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5602661" y="1907495"/>
            <a:ext cx="190900" cy="1909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1" name="Group 11"/>
          <p:cNvGrpSpPr/>
          <p:nvPr/>
        </p:nvGrpSpPr>
        <p:grpSpPr>
          <a:xfrm>
            <a:off x="5852134" y="1907495"/>
            <a:ext cx="190900" cy="190900"/>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13" name="Group 13"/>
          <p:cNvGrpSpPr/>
          <p:nvPr/>
        </p:nvGrpSpPr>
        <p:grpSpPr>
          <a:xfrm>
            <a:off x="6100587" y="1907495"/>
            <a:ext cx="190900" cy="190900"/>
            <a:chOff x="0" y="0"/>
            <a:chExt cx="6350000" cy="6350000"/>
          </a:xfrm>
        </p:grpSpPr>
        <p:sp>
          <p:nvSpPr>
            <p:cNvPr id="14" name="Freeform 1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id="15" name="TextBox 15"/>
          <p:cNvSpPr txBox="1"/>
          <p:nvPr/>
        </p:nvSpPr>
        <p:spPr>
          <a:xfrm>
            <a:off x="5287160" y="2612745"/>
            <a:ext cx="7713680" cy="1043742"/>
          </a:xfrm>
          <a:prstGeom prst="rect">
            <a:avLst/>
          </a:prstGeom>
        </p:spPr>
        <p:txBody>
          <a:bodyPr lIns="0" tIns="0" rIns="0" bIns="0" rtlCol="0" anchor="t">
            <a:spAutoFit/>
          </a:bodyPr>
          <a:lstStyle/>
          <a:p>
            <a:pPr algn="l">
              <a:lnSpc>
                <a:spcPts val="2766"/>
              </a:lnSpc>
            </a:pPr>
            <a:r>
              <a:rPr lang="en-US" sz="2231">
                <a:solidFill>
                  <a:srgbClr val="FFFFFF"/>
                </a:solidFill>
                <a:latin typeface="IBM Plex Mono"/>
                <a:ea typeface="IBM Plex Mono"/>
                <a:cs typeface="IBM Plex Mono"/>
                <a:sym typeface="IBM Plex Mono"/>
              </a:rPr>
              <a:t>If you enjoyed the game, you can close it.</a:t>
            </a:r>
          </a:p>
          <a:p>
            <a:pPr algn="l">
              <a:lnSpc>
                <a:spcPts val="2766"/>
              </a:lnSpc>
            </a:pPr>
            <a:endParaRPr lang="en-US" sz="2231">
              <a:solidFill>
                <a:srgbClr val="FFFFFF"/>
              </a:solidFill>
              <a:latin typeface="IBM Plex Mono"/>
              <a:ea typeface="IBM Plex Mono"/>
              <a:cs typeface="IBM Plex Mono"/>
              <a:sym typeface="IBM Plex Mono"/>
            </a:endParaRPr>
          </a:p>
          <a:p>
            <a:pPr algn="l">
              <a:lnSpc>
                <a:spcPts val="2766"/>
              </a:lnSpc>
            </a:pPr>
            <a:endParaRPr lang="en-US" sz="2231">
              <a:solidFill>
                <a:srgbClr val="FFFFFF"/>
              </a:solidFill>
              <a:latin typeface="IBM Plex Mono"/>
              <a:ea typeface="IBM Plex Mono"/>
              <a:cs typeface="IBM Plex Mono"/>
              <a:sym typeface="IBM Plex Mono"/>
            </a:endParaRPr>
          </a:p>
        </p:txBody>
      </p:sp>
      <p:sp>
        <p:nvSpPr>
          <p:cNvPr id="16" name="TextBox 16"/>
          <p:cNvSpPr txBox="1"/>
          <p:nvPr/>
        </p:nvSpPr>
        <p:spPr>
          <a:xfrm>
            <a:off x="5287160" y="3618386"/>
            <a:ext cx="7713680" cy="32321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Canva Sans"/>
                <a:ea typeface="Canva Sans"/>
                <a:cs typeface="Canva Sans"/>
                <a:sym typeface="Canva Sans"/>
              </a:rPr>
              <a:t>Thank you for everything!</a:t>
            </a:r>
          </a:p>
        </p:txBody>
      </p:sp>
      <p:sp>
        <p:nvSpPr>
          <p:cNvPr id="17" name="TextBox 17"/>
          <p:cNvSpPr txBox="1"/>
          <p:nvPr/>
        </p:nvSpPr>
        <p:spPr>
          <a:xfrm rot="-1813902">
            <a:off x="698701" y="1764931"/>
            <a:ext cx="4008358" cy="1566544"/>
          </a:xfrm>
          <a:prstGeom prst="rect">
            <a:avLst/>
          </a:prstGeom>
        </p:spPr>
        <p:txBody>
          <a:bodyPr lIns="0" tIns="0" rIns="0" bIns="0" rtlCol="0" anchor="t">
            <a:spAutoFit/>
          </a:bodyPr>
          <a:lstStyle/>
          <a:p>
            <a:pPr algn="ctr">
              <a:lnSpc>
                <a:spcPts val="12880"/>
              </a:lnSpc>
            </a:pPr>
            <a:r>
              <a:rPr lang="en-US" sz="9200" b="1">
                <a:solidFill>
                  <a:srgbClr val="FFFFFF"/>
                </a:solidFill>
                <a:latin typeface="Canva Sans Bold"/>
                <a:ea typeface="Canva Sans Bold"/>
                <a:cs typeface="Canva Sans Bold"/>
                <a:sym typeface="Canva Sans Bold"/>
              </a:rPr>
              <a:t>end...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AC66B"/>
        </a:solidFill>
        <a:effectLst/>
      </p:bgPr>
    </p:bg>
    <p:spTree>
      <p:nvGrpSpPr>
        <p:cNvPr id="1" name=""/>
        <p:cNvGrpSpPr/>
        <p:nvPr/>
      </p:nvGrpSpPr>
      <p:grpSpPr>
        <a:xfrm>
          <a:off x="0" y="0"/>
          <a:ext cx="0" cy="0"/>
          <a:chOff x="0" y="0"/>
          <a:chExt cx="0" cy="0"/>
        </a:xfrm>
      </p:grpSpPr>
      <p:grpSp>
        <p:nvGrpSpPr>
          <p:cNvPr id="2" name="Group 2"/>
          <p:cNvGrpSpPr/>
          <p:nvPr/>
        </p:nvGrpSpPr>
        <p:grpSpPr>
          <a:xfrm>
            <a:off x="-460312" y="-201041"/>
            <a:ext cx="19208624" cy="10689082"/>
            <a:chOff x="0" y="0"/>
            <a:chExt cx="25611499" cy="14252110"/>
          </a:xfrm>
        </p:grpSpPr>
        <p:sp>
          <p:nvSpPr>
            <p:cNvPr id="3" name="Freeform 3"/>
            <p:cNvSpPr/>
            <p:nvPr/>
          </p:nvSpPr>
          <p:spPr>
            <a:xfrm>
              <a:off x="0"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359389" y="0"/>
              <a:ext cx="14252110" cy="14252110"/>
            </a:xfrm>
            <a:custGeom>
              <a:avLst/>
              <a:gdLst/>
              <a:ahLst/>
              <a:cxnLst/>
              <a:rect l="l" t="t" r="r" b="b"/>
              <a:pathLst>
                <a:path w="14252110" h="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650237" y="5143500"/>
            <a:ext cx="9428768" cy="4260708"/>
            <a:chOff x="0" y="0"/>
            <a:chExt cx="2744378" cy="1240140"/>
          </a:xfrm>
        </p:grpSpPr>
        <p:sp>
          <p:nvSpPr>
            <p:cNvPr id="6" name="Freeform 6"/>
            <p:cNvSpPr/>
            <p:nvPr/>
          </p:nvSpPr>
          <p:spPr>
            <a:xfrm>
              <a:off x="0" y="0"/>
              <a:ext cx="2744378" cy="1240140"/>
            </a:xfrm>
            <a:custGeom>
              <a:avLst/>
              <a:gdLst/>
              <a:ahLst/>
              <a:cxnLst/>
              <a:rect l="l" t="t" r="r" b="b"/>
              <a:pathLst>
                <a:path w="2744378" h="1240140">
                  <a:moveTo>
                    <a:pt x="41876" y="0"/>
                  </a:moveTo>
                  <a:lnTo>
                    <a:pt x="2702502" y="0"/>
                  </a:lnTo>
                  <a:cubicBezTo>
                    <a:pt x="2713609" y="0"/>
                    <a:pt x="2724260" y="4412"/>
                    <a:pt x="2732113" y="12265"/>
                  </a:cubicBezTo>
                  <a:cubicBezTo>
                    <a:pt x="2739966" y="20118"/>
                    <a:pt x="2744378" y="30770"/>
                    <a:pt x="2744378" y="41876"/>
                  </a:cubicBezTo>
                  <a:lnTo>
                    <a:pt x="2744378" y="1198264"/>
                  </a:lnTo>
                  <a:cubicBezTo>
                    <a:pt x="2744378" y="1209371"/>
                    <a:pt x="2739966" y="1220022"/>
                    <a:pt x="2732113" y="1227875"/>
                  </a:cubicBezTo>
                  <a:cubicBezTo>
                    <a:pt x="2724260" y="1235728"/>
                    <a:pt x="2713609" y="1240140"/>
                    <a:pt x="2702502" y="1240140"/>
                  </a:cubicBezTo>
                  <a:lnTo>
                    <a:pt x="41876" y="1240140"/>
                  </a:lnTo>
                  <a:cubicBezTo>
                    <a:pt x="18748" y="1240140"/>
                    <a:pt x="0" y="1221392"/>
                    <a:pt x="0" y="1198264"/>
                  </a:cubicBezTo>
                  <a:lnTo>
                    <a:pt x="0" y="41876"/>
                  </a:lnTo>
                  <a:cubicBezTo>
                    <a:pt x="0" y="30770"/>
                    <a:pt x="4412" y="20118"/>
                    <a:pt x="12265" y="12265"/>
                  </a:cubicBezTo>
                  <a:cubicBezTo>
                    <a:pt x="20118" y="4412"/>
                    <a:pt x="30770" y="0"/>
                    <a:pt x="41876" y="0"/>
                  </a:cubicBezTo>
                  <a:close/>
                </a:path>
              </a:pathLst>
            </a:custGeom>
            <a:solidFill>
              <a:srgbClr val="071330"/>
            </a:solidFill>
          </p:spPr>
        </p:sp>
        <p:sp>
          <p:nvSpPr>
            <p:cNvPr id="7" name="TextBox 7"/>
            <p:cNvSpPr txBox="1"/>
            <p:nvPr/>
          </p:nvSpPr>
          <p:spPr>
            <a:xfrm>
              <a:off x="0" y="-38100"/>
              <a:ext cx="2744378" cy="127824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883687" y="6350999"/>
            <a:ext cx="9848031" cy="2418647"/>
          </a:xfrm>
          <a:prstGeom prst="rect">
            <a:avLst/>
          </a:prstGeom>
        </p:spPr>
        <p:txBody>
          <a:bodyPr lIns="0" tIns="0" rIns="0" bIns="0" rtlCol="0" anchor="t">
            <a:spAutoFit/>
          </a:bodyPr>
          <a:lstStyle/>
          <a:p>
            <a:pPr algn="l">
              <a:lnSpc>
                <a:spcPts val="11842"/>
              </a:lnSpc>
            </a:pPr>
            <a:r>
              <a:rPr lang="en-US" sz="11387" b="1">
                <a:solidFill>
                  <a:srgbClr val="FFFFFF"/>
                </a:solidFill>
                <a:latin typeface="IBM Plex Mono Bold"/>
                <a:ea typeface="IBM Plex Mono Bold"/>
                <a:cs typeface="IBM Plex Mono Bold"/>
                <a:sym typeface="IBM Plex Mono Bold"/>
              </a:rPr>
              <a:t>Thank You</a:t>
            </a:r>
          </a:p>
          <a:p>
            <a:pPr algn="l">
              <a:lnSpc>
                <a:spcPts val="7138"/>
              </a:lnSpc>
            </a:pPr>
            <a:r>
              <a:rPr lang="en-US" sz="6864" b="1">
                <a:solidFill>
                  <a:srgbClr val="FFFFFF"/>
                </a:solidFill>
                <a:latin typeface="IBM Plex Mono Bold"/>
                <a:ea typeface="IBM Plex Mono Bold"/>
                <a:cs typeface="IBM Plex Mono Bold"/>
                <a:sym typeface="IBM Plex Mono Bold"/>
              </a:rPr>
              <a:t>for ur attention!</a:t>
            </a:r>
          </a:p>
        </p:txBody>
      </p:sp>
      <p:grpSp>
        <p:nvGrpSpPr>
          <p:cNvPr id="9" name="Group 9"/>
          <p:cNvGrpSpPr/>
          <p:nvPr/>
        </p:nvGrpSpPr>
        <p:grpSpPr>
          <a:xfrm>
            <a:off x="1265593" y="5606512"/>
            <a:ext cx="314472" cy="314472"/>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11" name="Group 11"/>
          <p:cNvGrpSpPr/>
          <p:nvPr/>
        </p:nvGrpSpPr>
        <p:grpSpPr>
          <a:xfrm>
            <a:off x="1676555" y="5606512"/>
            <a:ext cx="314472" cy="314472"/>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13" name="Group 13"/>
          <p:cNvGrpSpPr/>
          <p:nvPr/>
        </p:nvGrpSpPr>
        <p:grpSpPr>
          <a:xfrm>
            <a:off x="2085834" y="5606512"/>
            <a:ext cx="314472" cy="314472"/>
            <a:chOff x="0" y="0"/>
            <a:chExt cx="6350000" cy="6350000"/>
          </a:xfrm>
        </p:grpSpPr>
        <p:sp>
          <p:nvSpPr>
            <p:cNvPr id="14" name="Freeform 1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15" name="Group 15"/>
          <p:cNvGrpSpPr/>
          <p:nvPr/>
        </p:nvGrpSpPr>
        <p:grpSpPr>
          <a:xfrm>
            <a:off x="10583829" y="1028700"/>
            <a:ext cx="7204806" cy="8590123"/>
            <a:chOff x="0" y="0"/>
            <a:chExt cx="2744378" cy="3272058"/>
          </a:xfrm>
        </p:grpSpPr>
        <p:sp>
          <p:nvSpPr>
            <p:cNvPr id="16" name="Freeform 16"/>
            <p:cNvSpPr/>
            <p:nvPr/>
          </p:nvSpPr>
          <p:spPr>
            <a:xfrm>
              <a:off x="0" y="0"/>
              <a:ext cx="2744378" cy="3272058"/>
            </a:xfrm>
            <a:custGeom>
              <a:avLst/>
              <a:gdLst/>
              <a:ahLst/>
              <a:cxnLst/>
              <a:rect l="l" t="t" r="r" b="b"/>
              <a:pathLst>
                <a:path w="2744378" h="3272058">
                  <a:moveTo>
                    <a:pt x="18267" y="0"/>
                  </a:moveTo>
                  <a:lnTo>
                    <a:pt x="2726111" y="0"/>
                  </a:lnTo>
                  <a:cubicBezTo>
                    <a:pt x="2730956" y="0"/>
                    <a:pt x="2735602" y="1925"/>
                    <a:pt x="2739028" y="5350"/>
                  </a:cubicBezTo>
                  <a:cubicBezTo>
                    <a:pt x="2742454" y="8776"/>
                    <a:pt x="2744378" y="13423"/>
                    <a:pt x="2744378" y="18267"/>
                  </a:cubicBezTo>
                  <a:lnTo>
                    <a:pt x="2744378" y="3253791"/>
                  </a:lnTo>
                  <a:cubicBezTo>
                    <a:pt x="2744378" y="3263880"/>
                    <a:pt x="2736200" y="3272058"/>
                    <a:pt x="2726111" y="3272058"/>
                  </a:cubicBezTo>
                  <a:lnTo>
                    <a:pt x="18267" y="3272058"/>
                  </a:lnTo>
                  <a:cubicBezTo>
                    <a:pt x="13423" y="3272058"/>
                    <a:pt x="8776" y="3270134"/>
                    <a:pt x="5350" y="3266708"/>
                  </a:cubicBezTo>
                  <a:cubicBezTo>
                    <a:pt x="1925" y="3263282"/>
                    <a:pt x="0" y="3258636"/>
                    <a:pt x="0" y="3253791"/>
                  </a:cubicBezTo>
                  <a:lnTo>
                    <a:pt x="0" y="18267"/>
                  </a:lnTo>
                  <a:cubicBezTo>
                    <a:pt x="0" y="13423"/>
                    <a:pt x="1925" y="8776"/>
                    <a:pt x="5350" y="5350"/>
                  </a:cubicBezTo>
                  <a:cubicBezTo>
                    <a:pt x="8776" y="1925"/>
                    <a:pt x="13423" y="0"/>
                    <a:pt x="18267" y="0"/>
                  </a:cubicBezTo>
                  <a:close/>
                </a:path>
              </a:pathLst>
            </a:custGeom>
            <a:solidFill>
              <a:srgbClr val="FFFFFF"/>
            </a:solidFill>
          </p:spPr>
        </p:sp>
        <p:sp>
          <p:nvSpPr>
            <p:cNvPr id="17" name="TextBox 17"/>
            <p:cNvSpPr txBox="1"/>
            <p:nvPr/>
          </p:nvSpPr>
          <p:spPr>
            <a:xfrm>
              <a:off x="0" y="-38100"/>
              <a:ext cx="2744378" cy="3310158"/>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1028700" y="1028700"/>
            <a:ext cx="4969751" cy="3221858"/>
            <a:chOff x="0" y="0"/>
            <a:chExt cx="2744378" cy="1779163"/>
          </a:xfrm>
        </p:grpSpPr>
        <p:sp>
          <p:nvSpPr>
            <p:cNvPr id="19" name="Freeform 19"/>
            <p:cNvSpPr/>
            <p:nvPr/>
          </p:nvSpPr>
          <p:spPr>
            <a:xfrm>
              <a:off x="0" y="0"/>
              <a:ext cx="2744378" cy="1779163"/>
            </a:xfrm>
            <a:custGeom>
              <a:avLst/>
              <a:gdLst/>
              <a:ahLst/>
              <a:cxnLst/>
              <a:rect l="l" t="t" r="r" b="b"/>
              <a:pathLst>
                <a:path w="2744378" h="1779163">
                  <a:moveTo>
                    <a:pt x="26483" y="0"/>
                  </a:moveTo>
                  <a:lnTo>
                    <a:pt x="2717896" y="0"/>
                  </a:lnTo>
                  <a:cubicBezTo>
                    <a:pt x="2724919" y="0"/>
                    <a:pt x="2731655" y="2790"/>
                    <a:pt x="2736622" y="7757"/>
                  </a:cubicBezTo>
                  <a:cubicBezTo>
                    <a:pt x="2741588" y="12723"/>
                    <a:pt x="2744378" y="19459"/>
                    <a:pt x="2744378" y="26483"/>
                  </a:cubicBezTo>
                  <a:lnTo>
                    <a:pt x="2744378" y="1752680"/>
                  </a:lnTo>
                  <a:cubicBezTo>
                    <a:pt x="2744378" y="1759704"/>
                    <a:pt x="2741588" y="1766440"/>
                    <a:pt x="2736622" y="1771406"/>
                  </a:cubicBezTo>
                  <a:cubicBezTo>
                    <a:pt x="2731655" y="1776373"/>
                    <a:pt x="2724919" y="1779163"/>
                    <a:pt x="2717896" y="1779163"/>
                  </a:cubicBezTo>
                  <a:lnTo>
                    <a:pt x="26483" y="1779163"/>
                  </a:lnTo>
                  <a:cubicBezTo>
                    <a:pt x="19459" y="1779163"/>
                    <a:pt x="12723" y="1776373"/>
                    <a:pt x="7757" y="1771406"/>
                  </a:cubicBezTo>
                  <a:cubicBezTo>
                    <a:pt x="2790" y="1766440"/>
                    <a:pt x="0" y="1759704"/>
                    <a:pt x="0" y="1752680"/>
                  </a:cubicBezTo>
                  <a:lnTo>
                    <a:pt x="0" y="26483"/>
                  </a:lnTo>
                  <a:cubicBezTo>
                    <a:pt x="0" y="19459"/>
                    <a:pt x="2790" y="12723"/>
                    <a:pt x="7757" y="7757"/>
                  </a:cubicBezTo>
                  <a:cubicBezTo>
                    <a:pt x="12723" y="2790"/>
                    <a:pt x="19459" y="0"/>
                    <a:pt x="26483" y="0"/>
                  </a:cubicBezTo>
                  <a:close/>
                </a:path>
              </a:pathLst>
            </a:custGeom>
            <a:solidFill>
              <a:srgbClr val="FFFFFF"/>
            </a:solidFill>
          </p:spPr>
        </p:sp>
        <p:sp>
          <p:nvSpPr>
            <p:cNvPr id="20" name="TextBox 20"/>
            <p:cNvSpPr txBox="1"/>
            <p:nvPr/>
          </p:nvSpPr>
          <p:spPr>
            <a:xfrm>
              <a:off x="0" y="-38100"/>
              <a:ext cx="2744378" cy="1817263"/>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054042" y="1382501"/>
            <a:ext cx="240297" cy="240297"/>
            <a:chOff x="0" y="0"/>
            <a:chExt cx="6350000" cy="6350000"/>
          </a:xfrm>
        </p:grpSpPr>
        <p:sp>
          <p:nvSpPr>
            <p:cNvPr id="22" name="Freeform 2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23" name="Group 23"/>
          <p:cNvGrpSpPr/>
          <p:nvPr/>
        </p:nvGrpSpPr>
        <p:grpSpPr>
          <a:xfrm>
            <a:off x="1353044" y="1272746"/>
            <a:ext cx="165753" cy="165753"/>
            <a:chOff x="0" y="0"/>
            <a:chExt cx="6350000" cy="6350000"/>
          </a:xfrm>
        </p:grpSpPr>
        <p:sp>
          <p:nvSpPr>
            <p:cNvPr id="24" name="Freeform 2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id="25" name="Group 25"/>
          <p:cNvGrpSpPr/>
          <p:nvPr/>
        </p:nvGrpSpPr>
        <p:grpSpPr>
          <a:xfrm>
            <a:off x="11368070" y="1382501"/>
            <a:ext cx="240297" cy="240297"/>
            <a:chOff x="0" y="0"/>
            <a:chExt cx="6350000" cy="6350000"/>
          </a:xfrm>
        </p:grpSpPr>
        <p:sp>
          <p:nvSpPr>
            <p:cNvPr id="26" name="Freeform 2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7" name="Group 27"/>
          <p:cNvGrpSpPr/>
          <p:nvPr/>
        </p:nvGrpSpPr>
        <p:grpSpPr>
          <a:xfrm>
            <a:off x="1569656" y="1272746"/>
            <a:ext cx="165753" cy="165753"/>
            <a:chOff x="0" y="0"/>
            <a:chExt cx="6350000" cy="6350000"/>
          </a:xfrm>
        </p:grpSpPr>
        <p:sp>
          <p:nvSpPr>
            <p:cNvPr id="28" name="Freeform 2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id="29" name="Group 29"/>
          <p:cNvGrpSpPr/>
          <p:nvPr/>
        </p:nvGrpSpPr>
        <p:grpSpPr>
          <a:xfrm>
            <a:off x="11680813" y="1382501"/>
            <a:ext cx="240297" cy="240297"/>
            <a:chOff x="0" y="0"/>
            <a:chExt cx="6350000" cy="6350000"/>
          </a:xfrm>
        </p:grpSpPr>
        <p:sp>
          <p:nvSpPr>
            <p:cNvPr id="30" name="Freeform 3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31" name="Group 31"/>
          <p:cNvGrpSpPr/>
          <p:nvPr/>
        </p:nvGrpSpPr>
        <p:grpSpPr>
          <a:xfrm>
            <a:off x="1785380" y="1272746"/>
            <a:ext cx="165753" cy="165753"/>
            <a:chOff x="0" y="0"/>
            <a:chExt cx="6350000" cy="6350000"/>
          </a:xfrm>
        </p:grpSpPr>
        <p:sp>
          <p:nvSpPr>
            <p:cNvPr id="32" name="Freeform 3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id="33" name="Group 33"/>
          <p:cNvGrpSpPr/>
          <p:nvPr/>
        </p:nvGrpSpPr>
        <p:grpSpPr>
          <a:xfrm>
            <a:off x="11054042" y="2040049"/>
            <a:ext cx="6288839" cy="7033263"/>
            <a:chOff x="0" y="0"/>
            <a:chExt cx="729766" cy="816150"/>
          </a:xfrm>
        </p:grpSpPr>
        <p:sp>
          <p:nvSpPr>
            <p:cNvPr id="34" name="Freeform 34"/>
            <p:cNvSpPr/>
            <p:nvPr/>
          </p:nvSpPr>
          <p:spPr>
            <a:xfrm>
              <a:off x="0" y="0"/>
              <a:ext cx="729766" cy="816150"/>
            </a:xfrm>
            <a:custGeom>
              <a:avLst/>
              <a:gdLst/>
              <a:ahLst/>
              <a:cxnLst/>
              <a:rect l="l" t="t" r="r" b="b"/>
              <a:pathLst>
                <a:path w="729766" h="816150">
                  <a:moveTo>
                    <a:pt x="13542" y="0"/>
                  </a:moveTo>
                  <a:lnTo>
                    <a:pt x="716224" y="0"/>
                  </a:lnTo>
                  <a:cubicBezTo>
                    <a:pt x="719815" y="0"/>
                    <a:pt x="723260" y="1427"/>
                    <a:pt x="725799" y="3966"/>
                  </a:cubicBezTo>
                  <a:cubicBezTo>
                    <a:pt x="728339" y="6506"/>
                    <a:pt x="729766" y="9950"/>
                    <a:pt x="729766" y="13542"/>
                  </a:cubicBezTo>
                  <a:lnTo>
                    <a:pt x="729766" y="802608"/>
                  </a:lnTo>
                  <a:cubicBezTo>
                    <a:pt x="729766" y="806200"/>
                    <a:pt x="728339" y="809644"/>
                    <a:pt x="725799" y="812183"/>
                  </a:cubicBezTo>
                  <a:cubicBezTo>
                    <a:pt x="723260" y="814723"/>
                    <a:pt x="719815" y="816150"/>
                    <a:pt x="716224" y="816150"/>
                  </a:cubicBezTo>
                  <a:lnTo>
                    <a:pt x="13542" y="816150"/>
                  </a:lnTo>
                  <a:cubicBezTo>
                    <a:pt x="9950" y="816150"/>
                    <a:pt x="6506" y="814723"/>
                    <a:pt x="3966" y="812183"/>
                  </a:cubicBezTo>
                  <a:cubicBezTo>
                    <a:pt x="1427" y="809644"/>
                    <a:pt x="0" y="806200"/>
                    <a:pt x="0" y="802608"/>
                  </a:cubicBezTo>
                  <a:lnTo>
                    <a:pt x="0" y="13542"/>
                  </a:lnTo>
                  <a:cubicBezTo>
                    <a:pt x="0" y="9950"/>
                    <a:pt x="1427" y="6506"/>
                    <a:pt x="3966" y="3966"/>
                  </a:cubicBezTo>
                  <a:cubicBezTo>
                    <a:pt x="6506" y="1427"/>
                    <a:pt x="9950" y="0"/>
                    <a:pt x="13542" y="0"/>
                  </a:cubicBezTo>
                  <a:close/>
                </a:path>
              </a:pathLst>
            </a:custGeom>
            <a:blipFill>
              <a:blip r:embed="rId4"/>
              <a:stretch>
                <a:fillRect t="-9610" b="-9610"/>
              </a:stretch>
            </a:blipFill>
          </p:spPr>
        </p:sp>
      </p:grpSp>
      <p:grpSp>
        <p:nvGrpSpPr>
          <p:cNvPr id="35" name="Group 35"/>
          <p:cNvGrpSpPr/>
          <p:nvPr/>
        </p:nvGrpSpPr>
        <p:grpSpPr>
          <a:xfrm>
            <a:off x="1353044" y="1726311"/>
            <a:ext cx="4337933" cy="2165523"/>
            <a:chOff x="0" y="0"/>
            <a:chExt cx="729766" cy="364303"/>
          </a:xfrm>
        </p:grpSpPr>
        <p:sp>
          <p:nvSpPr>
            <p:cNvPr id="36" name="Freeform 36"/>
            <p:cNvSpPr/>
            <p:nvPr/>
          </p:nvSpPr>
          <p:spPr>
            <a:xfrm>
              <a:off x="0" y="0"/>
              <a:ext cx="729766" cy="364303"/>
            </a:xfrm>
            <a:custGeom>
              <a:avLst/>
              <a:gdLst/>
              <a:ahLst/>
              <a:cxnLst/>
              <a:rect l="l" t="t" r="r" b="b"/>
              <a:pathLst>
                <a:path w="729766" h="364303">
                  <a:moveTo>
                    <a:pt x="19632" y="0"/>
                  </a:moveTo>
                  <a:lnTo>
                    <a:pt x="710134" y="0"/>
                  </a:lnTo>
                  <a:cubicBezTo>
                    <a:pt x="715341" y="0"/>
                    <a:pt x="720334" y="2068"/>
                    <a:pt x="724016" y="5750"/>
                  </a:cubicBezTo>
                  <a:cubicBezTo>
                    <a:pt x="727697" y="9432"/>
                    <a:pt x="729766" y="14425"/>
                    <a:pt x="729766" y="19632"/>
                  </a:cubicBezTo>
                  <a:lnTo>
                    <a:pt x="729766" y="344672"/>
                  </a:lnTo>
                  <a:cubicBezTo>
                    <a:pt x="729766" y="355514"/>
                    <a:pt x="720976" y="364303"/>
                    <a:pt x="710134" y="364303"/>
                  </a:cubicBezTo>
                  <a:lnTo>
                    <a:pt x="19632" y="364303"/>
                  </a:lnTo>
                  <a:cubicBezTo>
                    <a:pt x="14425" y="364303"/>
                    <a:pt x="9432" y="362235"/>
                    <a:pt x="5750" y="358553"/>
                  </a:cubicBezTo>
                  <a:cubicBezTo>
                    <a:pt x="2068" y="354872"/>
                    <a:pt x="0" y="349878"/>
                    <a:pt x="0" y="344672"/>
                  </a:cubicBezTo>
                  <a:lnTo>
                    <a:pt x="0" y="19632"/>
                  </a:lnTo>
                  <a:cubicBezTo>
                    <a:pt x="0" y="14425"/>
                    <a:pt x="2068" y="9432"/>
                    <a:pt x="5750" y="5750"/>
                  </a:cubicBezTo>
                  <a:cubicBezTo>
                    <a:pt x="9432" y="2068"/>
                    <a:pt x="14425" y="0"/>
                    <a:pt x="19632" y="0"/>
                  </a:cubicBezTo>
                  <a:close/>
                </a:path>
              </a:pathLst>
            </a:custGeom>
            <a:blipFill>
              <a:blip r:embed="rId5"/>
              <a:stretch>
                <a:fillRect t="-16730" b="-1673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449</Words>
  <Application>Microsoft Office PowerPoint</Application>
  <PresentationFormat>Произвольный</PresentationFormat>
  <Paragraphs>50</Paragraphs>
  <Slides>11</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11</vt:i4>
      </vt:variant>
    </vt:vector>
  </HeadingPairs>
  <TitlesOfParts>
    <vt:vector size="18" baseType="lpstr">
      <vt:lpstr>IBM Plex Mono</vt:lpstr>
      <vt:lpstr>Canva Sans</vt:lpstr>
      <vt:lpstr>Arial</vt:lpstr>
      <vt:lpstr>Calibri</vt:lpstr>
      <vt:lpstr>Canva Sans Bold</vt:lpstr>
      <vt:lpstr>IBM Plex Mono Bold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Text Magic Studio Magic Design for Presentations L&amp;P</dc:title>
  <dc:creator>Sagacious AKADIL</dc:creator>
  <cp:lastModifiedBy>Акадил Алиш</cp:lastModifiedBy>
  <cp:revision>1</cp:revision>
  <dcterms:created xsi:type="dcterms:W3CDTF">2006-08-16T00:00:00Z</dcterms:created>
  <dcterms:modified xsi:type="dcterms:W3CDTF">2025-02-10T11:16:12Z</dcterms:modified>
  <dc:identifier>DAGesk0aOxI</dc:identifier>
</cp:coreProperties>
</file>